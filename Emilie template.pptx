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5195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0.emf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5569CE8B-04AF-468F-B800-7ECF09FD6C9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A862ADC4-857D-4471-A871-BD1A38FB23C1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473CDDD-9034-4972-B890-4C267C13F06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A4CC508-0E53-4122-BCBD-4E37F1B71C30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63750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que 7">
            <a:extLst>
              <a:ext uri="{FF2B5EF4-FFF2-40B4-BE49-F238E27FC236}">
                <a16:creationId xmlns:a16="http://schemas.microsoft.com/office/drawing/2014/main" id="{AAE34BD0-96F3-484E-823D-846BCF7077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5ACEFF7-2172-4E31-95A5-2822B762DCC8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156C511D-58A1-442A-9FDB-13B83505C8E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33BB5D3E-7EA3-4217-8524-E90CF2B6AC62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427376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1" y="499990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1" y="1548017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2" y="444458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24400" y="6106774"/>
            <a:ext cx="2743200" cy="366183"/>
          </a:xfrm>
        </p:spPr>
        <p:txBody>
          <a:bodyPr/>
          <a:lstStyle/>
          <a:p>
            <a:r>
              <a:rPr lang="en-US" noProof="0"/>
              <a:t>XX . XX . XXXX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01F2B667-7264-4505-9F19-2E4AB4499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9" y="1926302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57CD9AAA-CCAE-44AF-A224-A38A0B786F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9" y="3758158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176A07A-C4FF-49D0-80C5-1B4F36FB3A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9" y="4513249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7248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2" y="444458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sp>
        <p:nvSpPr>
          <p:cNvPr id="17" name="Espace réservé du graphique SmartArt 18">
            <a:extLst>
              <a:ext uri="{FF2B5EF4-FFF2-40B4-BE49-F238E27FC236}">
                <a16:creationId xmlns:a16="http://schemas.microsoft.com/office/drawing/2014/main" id="{50E609C3-EA6F-468A-8B7C-CD27949FB33C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1" y="499990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8" name="Espace réservé du graphique SmartArt 19">
            <a:extLst>
              <a:ext uri="{FF2B5EF4-FFF2-40B4-BE49-F238E27FC236}">
                <a16:creationId xmlns:a16="http://schemas.microsoft.com/office/drawing/2014/main" id="{F155B637-1E1E-462B-9FBB-56FD4231172C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1" y="1548017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32DF4F2F-CDE6-47B5-B736-164AD5BDC4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9" y="1926302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9BD1C04A-0CE9-46FE-B14B-F397AB0756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9" y="3758158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BC1E8140-9EA1-425B-BC80-E50BA686FE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9" y="4513249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519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7"/>
            <a:ext cx="2743200" cy="366183"/>
          </a:xfrm>
        </p:spPr>
        <p:txBody>
          <a:bodyPr/>
          <a:lstStyle/>
          <a:p>
            <a:r>
              <a:rPr lang="fr-FR"/>
              <a:t>XX . XX . XXXX</a:t>
            </a:r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2" y="516249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4F60E46E-0715-41F6-BEAC-C9C998D41D44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22" name="Espace réservé du graphique SmartArt 11">
            <a:extLst>
              <a:ext uri="{FF2B5EF4-FFF2-40B4-BE49-F238E27FC236}">
                <a16:creationId xmlns:a16="http://schemas.microsoft.com/office/drawing/2014/main" id="{2835F6F0-E601-40E8-8F65-7949A8AA2AF1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CA236998-34E3-4BB4-B42A-72EE346C3C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1" y="1926302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4089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itle with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7"/>
            <a:ext cx="2743200" cy="36618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2" y="516249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Espace réservé du graphique SmartArt 11">
            <a:extLst>
              <a:ext uri="{FF2B5EF4-FFF2-40B4-BE49-F238E27FC236}">
                <a16:creationId xmlns:a16="http://schemas.microsoft.com/office/drawing/2014/main" id="{540F3744-EAB0-48D1-B7AE-720C8628C071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6" name="Espace réservé du graphique SmartArt 11">
            <a:extLst>
              <a:ext uri="{FF2B5EF4-FFF2-40B4-BE49-F238E27FC236}">
                <a16:creationId xmlns:a16="http://schemas.microsoft.com/office/drawing/2014/main" id="{E04644FF-725F-4770-81BC-F016774228AE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0F559FE-3E76-48FC-AA29-2B2239C1E5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1" y="1926302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D5746B6F-61CE-4336-AE2B-64E25227F1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E57E010B-5E1B-4CAB-8D53-F9C9328F65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8781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with Visual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AE9FBA9E-4B66-4D19-A4F1-FA106CF943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3703" y="710400"/>
            <a:ext cx="6342328" cy="551059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08746F7-3CD2-431F-B427-E3AA9BF36F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err="1"/>
              <a:t>internal</a:t>
            </a:r>
            <a:r>
              <a:rPr lang="fr-FR"/>
              <a:t>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33DFCED8-0EB4-4E57-BDC7-7349EFC7B9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031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C565C352-3015-43B5-A637-271B7D2E32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031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0" name="Espace réservé du texte 17">
            <a:extLst>
              <a:ext uri="{FF2B5EF4-FFF2-40B4-BE49-F238E27FC236}">
                <a16:creationId xmlns:a16="http://schemas.microsoft.com/office/drawing/2014/main" id="{15EE83C4-9859-4D9B-B740-E8C01E8B93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031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74DFA65F-CF7B-4ED8-8B06-C50BE51634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031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DBF18F57-A4B6-4E01-8E41-3610197C40D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03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1" name="Espace réservé du texte 17">
            <a:extLst>
              <a:ext uri="{FF2B5EF4-FFF2-40B4-BE49-F238E27FC236}">
                <a16:creationId xmlns:a16="http://schemas.microsoft.com/office/drawing/2014/main" id="{8AFC591C-8E4C-4797-84E6-9ACB86CA696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191549" y="231140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0" name="Espace réservé du texte 17">
            <a:extLst>
              <a:ext uri="{FF2B5EF4-FFF2-40B4-BE49-F238E27FC236}">
                <a16:creationId xmlns:a16="http://schemas.microsoft.com/office/drawing/2014/main" id="{591A3E6F-3476-47ED-8C55-9EBB33F42A5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1190365" y="1957991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5" name="Espace réservé du texte 17">
            <a:extLst>
              <a:ext uri="{FF2B5EF4-FFF2-40B4-BE49-F238E27FC236}">
                <a16:creationId xmlns:a16="http://schemas.microsoft.com/office/drawing/2014/main" id="{BD354000-934E-43A7-902B-EB0E6D55345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1191549" y="311106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6" name="Espace réservé du texte 17">
            <a:extLst>
              <a:ext uri="{FF2B5EF4-FFF2-40B4-BE49-F238E27FC236}">
                <a16:creationId xmlns:a16="http://schemas.microsoft.com/office/drawing/2014/main" id="{674EDB5F-2360-4BDB-B4A4-F38BB2AA252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1190365" y="2757656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7" name="Espace réservé du texte 17">
            <a:extLst>
              <a:ext uri="{FF2B5EF4-FFF2-40B4-BE49-F238E27FC236}">
                <a16:creationId xmlns:a16="http://schemas.microsoft.com/office/drawing/2014/main" id="{6764734A-FBDE-4D25-92A5-672B3F6077B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91549" y="389473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8" name="Espace réservé du texte 17">
            <a:extLst>
              <a:ext uri="{FF2B5EF4-FFF2-40B4-BE49-F238E27FC236}">
                <a16:creationId xmlns:a16="http://schemas.microsoft.com/office/drawing/2014/main" id="{6227F425-D7E4-4B90-9761-EBF3BCC4260C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1190365" y="3541328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9" name="Espace réservé du texte 17">
            <a:extLst>
              <a:ext uri="{FF2B5EF4-FFF2-40B4-BE49-F238E27FC236}">
                <a16:creationId xmlns:a16="http://schemas.microsoft.com/office/drawing/2014/main" id="{7A462145-8066-42E6-AEC7-B7FFB4004F0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91549" y="4686405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0" name="Espace réservé du texte 17">
            <a:extLst>
              <a:ext uri="{FF2B5EF4-FFF2-40B4-BE49-F238E27FC236}">
                <a16:creationId xmlns:a16="http://schemas.microsoft.com/office/drawing/2014/main" id="{BDFC2A5C-1456-4E38-B7B8-53173C4D722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1190365" y="4332996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1" name="Espace réservé du texte 17">
            <a:extLst>
              <a:ext uri="{FF2B5EF4-FFF2-40B4-BE49-F238E27FC236}">
                <a16:creationId xmlns:a16="http://schemas.microsoft.com/office/drawing/2014/main" id="{6F16C3B8-AA5D-4F33-B410-8B2C3BE2F2C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1191549" y="548576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2" name="Espace réservé du texte 17">
            <a:extLst>
              <a:ext uri="{FF2B5EF4-FFF2-40B4-BE49-F238E27FC236}">
                <a16:creationId xmlns:a16="http://schemas.microsoft.com/office/drawing/2014/main" id="{8C14FA2C-33DC-431E-9580-8F16A359800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1190365" y="5132351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7699B-FF9F-427C-87A3-B361DFAB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1" y="710402"/>
            <a:ext cx="4731723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Larg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08746F7-3CD2-431F-B427-E3AA9BF36F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7" name="Espace réservé du texte 17">
            <a:extLst>
              <a:ext uri="{FF2B5EF4-FFF2-40B4-BE49-F238E27FC236}">
                <a16:creationId xmlns:a16="http://schemas.microsoft.com/office/drawing/2014/main" id="{9CDF02F4-4E8C-4E89-B7C0-915F018992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3071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99" name="Espace réservé du texte 17">
            <a:extLst>
              <a:ext uri="{FF2B5EF4-FFF2-40B4-BE49-F238E27FC236}">
                <a16:creationId xmlns:a16="http://schemas.microsoft.com/office/drawing/2014/main" id="{E9841E24-6A28-4ABC-A6CA-596885012B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3071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1" name="Espace réservé du texte 17">
            <a:extLst>
              <a:ext uri="{FF2B5EF4-FFF2-40B4-BE49-F238E27FC236}">
                <a16:creationId xmlns:a16="http://schemas.microsoft.com/office/drawing/2014/main" id="{E6201C6B-3D61-415D-A81D-394F193593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3071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3" name="Espace réservé du texte 17">
            <a:extLst>
              <a:ext uri="{FF2B5EF4-FFF2-40B4-BE49-F238E27FC236}">
                <a16:creationId xmlns:a16="http://schemas.microsoft.com/office/drawing/2014/main" id="{E49EEF33-C71E-40D1-9265-9BA472F3F6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43071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5" name="Espace réservé du texte 17">
            <a:extLst>
              <a:ext uri="{FF2B5EF4-FFF2-40B4-BE49-F238E27FC236}">
                <a16:creationId xmlns:a16="http://schemas.microsoft.com/office/drawing/2014/main" id="{C11A4F59-2FB0-4630-BFDA-22FD2B5576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4307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17" name="Espace réservé du texte 17">
            <a:extLst>
              <a:ext uri="{FF2B5EF4-FFF2-40B4-BE49-F238E27FC236}">
                <a16:creationId xmlns:a16="http://schemas.microsoft.com/office/drawing/2014/main" id="{BC549DD2-19EC-48CD-B888-45BB704C41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8593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19" name="Espace réservé du texte 17">
            <a:extLst>
              <a:ext uri="{FF2B5EF4-FFF2-40B4-BE49-F238E27FC236}">
                <a16:creationId xmlns:a16="http://schemas.microsoft.com/office/drawing/2014/main" id="{3F60EFF9-C152-4B38-A6F0-B6187C82AB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628593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1" name="Espace réservé du texte 17">
            <a:extLst>
              <a:ext uri="{FF2B5EF4-FFF2-40B4-BE49-F238E27FC236}">
                <a16:creationId xmlns:a16="http://schemas.microsoft.com/office/drawing/2014/main" id="{79245E80-9388-4650-8049-250CA8CADB1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28593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3" name="Espace réservé du texte 17">
            <a:extLst>
              <a:ext uri="{FF2B5EF4-FFF2-40B4-BE49-F238E27FC236}">
                <a16:creationId xmlns:a16="http://schemas.microsoft.com/office/drawing/2014/main" id="{38029C0C-186F-4AA6-979B-ED3F5FBAE0C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628593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5" name="Espace réservé du texte 17">
            <a:extLst>
              <a:ext uri="{FF2B5EF4-FFF2-40B4-BE49-F238E27FC236}">
                <a16:creationId xmlns:a16="http://schemas.microsoft.com/office/drawing/2014/main" id="{59A7AD2F-F568-4503-8FF8-3611A660ED3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628593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71" name="Espace réservé du texte 17">
            <a:extLst>
              <a:ext uri="{FF2B5EF4-FFF2-40B4-BE49-F238E27FC236}">
                <a16:creationId xmlns:a16="http://schemas.microsoft.com/office/drawing/2014/main" id="{F76009EF-0F43-4873-91C8-26C6B0F441B3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1890218" y="231140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2" name="Espace réservé du texte 17">
            <a:extLst>
              <a:ext uri="{FF2B5EF4-FFF2-40B4-BE49-F238E27FC236}">
                <a16:creationId xmlns:a16="http://schemas.microsoft.com/office/drawing/2014/main" id="{992C4267-8843-489C-BDA2-A7781B549C3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889034" y="1957991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3" name="Espace réservé du texte 17">
            <a:extLst>
              <a:ext uri="{FF2B5EF4-FFF2-40B4-BE49-F238E27FC236}">
                <a16:creationId xmlns:a16="http://schemas.microsoft.com/office/drawing/2014/main" id="{9CA0A737-645E-4692-BFD7-8713830985A3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890218" y="311106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4" name="Espace réservé du texte 17">
            <a:extLst>
              <a:ext uri="{FF2B5EF4-FFF2-40B4-BE49-F238E27FC236}">
                <a16:creationId xmlns:a16="http://schemas.microsoft.com/office/drawing/2014/main" id="{EA07FC7D-0F48-467E-8265-8D2A4C7B25A5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889034" y="275765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5" name="Espace réservé du texte 17">
            <a:extLst>
              <a:ext uri="{FF2B5EF4-FFF2-40B4-BE49-F238E27FC236}">
                <a16:creationId xmlns:a16="http://schemas.microsoft.com/office/drawing/2014/main" id="{DABC94A2-3D6D-4C3B-99A1-FC80D5B47E01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1890218" y="389473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6" name="Espace réservé du texte 17">
            <a:extLst>
              <a:ext uri="{FF2B5EF4-FFF2-40B4-BE49-F238E27FC236}">
                <a16:creationId xmlns:a16="http://schemas.microsoft.com/office/drawing/2014/main" id="{B4BCF212-97F3-4F17-A4AF-E597DA1C40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1889034" y="3541328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7" name="Espace réservé du texte 17">
            <a:extLst>
              <a:ext uri="{FF2B5EF4-FFF2-40B4-BE49-F238E27FC236}">
                <a16:creationId xmlns:a16="http://schemas.microsoft.com/office/drawing/2014/main" id="{F13BA32F-5E1A-4B20-A528-9672446426DC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890218" y="4686405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8" name="Espace réservé du texte 17">
            <a:extLst>
              <a:ext uri="{FF2B5EF4-FFF2-40B4-BE49-F238E27FC236}">
                <a16:creationId xmlns:a16="http://schemas.microsoft.com/office/drawing/2014/main" id="{920DB0B3-FD86-49D8-8F01-632DB0B0FF76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889034" y="433299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9" name="Espace réservé du texte 17">
            <a:extLst>
              <a:ext uri="{FF2B5EF4-FFF2-40B4-BE49-F238E27FC236}">
                <a16:creationId xmlns:a16="http://schemas.microsoft.com/office/drawing/2014/main" id="{4D5C3EB0-17A1-481A-8460-030803714A3D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1890218" y="548576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80" name="Espace réservé du texte 17">
            <a:extLst>
              <a:ext uri="{FF2B5EF4-FFF2-40B4-BE49-F238E27FC236}">
                <a16:creationId xmlns:a16="http://schemas.microsoft.com/office/drawing/2014/main" id="{0BC088B8-2A7D-4727-84F1-67BE7254C14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889034" y="5132351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1" name="Espace réservé du texte 17">
            <a:extLst>
              <a:ext uri="{FF2B5EF4-FFF2-40B4-BE49-F238E27FC236}">
                <a16:creationId xmlns:a16="http://schemas.microsoft.com/office/drawing/2014/main" id="{5599C94B-1830-4681-A21C-C4AE3554868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7372164" y="2311400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2" name="Espace réservé du texte 17">
            <a:extLst>
              <a:ext uri="{FF2B5EF4-FFF2-40B4-BE49-F238E27FC236}">
                <a16:creationId xmlns:a16="http://schemas.microsoft.com/office/drawing/2014/main" id="{81F4A82C-0719-446F-8204-BD600D39DFA6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370980" y="1957991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3" name="Espace réservé du texte 17">
            <a:extLst>
              <a:ext uri="{FF2B5EF4-FFF2-40B4-BE49-F238E27FC236}">
                <a16:creationId xmlns:a16="http://schemas.microsoft.com/office/drawing/2014/main" id="{EF8088A7-1D02-466E-84F0-04D764E0DC4A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7372164" y="3111067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4" name="Espace réservé du texte 17">
            <a:extLst>
              <a:ext uri="{FF2B5EF4-FFF2-40B4-BE49-F238E27FC236}">
                <a16:creationId xmlns:a16="http://schemas.microsoft.com/office/drawing/2014/main" id="{134577A3-254A-436C-A36C-9D09814B41BB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7370980" y="2757656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5" name="Espace réservé du texte 17">
            <a:extLst>
              <a:ext uri="{FF2B5EF4-FFF2-40B4-BE49-F238E27FC236}">
                <a16:creationId xmlns:a16="http://schemas.microsoft.com/office/drawing/2014/main" id="{694AA9F3-9F80-43B9-A7BA-A659EBF77CF5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7372164" y="3894737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6" name="Espace réservé du texte 17">
            <a:extLst>
              <a:ext uri="{FF2B5EF4-FFF2-40B4-BE49-F238E27FC236}">
                <a16:creationId xmlns:a16="http://schemas.microsoft.com/office/drawing/2014/main" id="{3123C134-847A-48A6-8622-283EBB3AFAB9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370980" y="3541328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7" name="Espace réservé du texte 17">
            <a:extLst>
              <a:ext uri="{FF2B5EF4-FFF2-40B4-BE49-F238E27FC236}">
                <a16:creationId xmlns:a16="http://schemas.microsoft.com/office/drawing/2014/main" id="{EF32F629-964F-4E14-B1A1-6D678560527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7372164" y="4686405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8" name="Espace réservé du texte 17">
            <a:extLst>
              <a:ext uri="{FF2B5EF4-FFF2-40B4-BE49-F238E27FC236}">
                <a16:creationId xmlns:a16="http://schemas.microsoft.com/office/drawing/2014/main" id="{A0F44CD8-F3DD-47F9-9C0A-6B207499E86A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7370980" y="4332996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9" name="Espace réservé du texte 17">
            <a:extLst>
              <a:ext uri="{FF2B5EF4-FFF2-40B4-BE49-F238E27FC236}">
                <a16:creationId xmlns:a16="http://schemas.microsoft.com/office/drawing/2014/main" id="{816D3008-850F-471B-9C7E-0D97399B5925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>
          <a:xfrm>
            <a:off x="7372164" y="5485760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00" name="Espace réservé du texte 17">
            <a:extLst>
              <a:ext uri="{FF2B5EF4-FFF2-40B4-BE49-F238E27FC236}">
                <a16:creationId xmlns:a16="http://schemas.microsoft.com/office/drawing/2014/main" id="{D3020D71-C5F3-42BA-8874-B40E24DB7F68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7370980" y="5132351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399648-618D-47E8-91C9-BB5481D9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1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5" y="4159251"/>
            <a:ext cx="1271271" cy="1257300"/>
          </a:xfrm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CE40FF4-616D-467E-AEDB-B9934FB2C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2" y="3020998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3200" b="1" noProof="0" dirty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</a:lstStyle>
          <a:p>
            <a:pPr lvl="0" algn="r">
              <a:lnSpc>
                <a:spcPct val="90000"/>
              </a:lnSpc>
            </a:pPr>
            <a:r>
              <a:rPr lang="en-US" noProof="0"/>
              <a:t>00</a:t>
            </a:r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2C7B456D-17FA-4CA6-A94C-1F15CC23B2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8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A4BDC3FC-500C-4A36-AFD2-52224706F7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A97CE5D1-697D-4C34-8623-6B2871AE2E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25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(Dark)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5" y="4159251"/>
            <a:ext cx="1271271" cy="1257300"/>
          </a:xfrm>
          <a:prstGeom prst="rect">
            <a:avLst/>
          </a:prstGeom>
        </p:spPr>
      </p:pic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0769BEBC-7765-4066-98E6-DCA7671300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2" y="3020998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3200" b="1" noProof="0" dirty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</a:lstStyle>
          <a:p>
            <a:pPr lvl="0" algn="r">
              <a:lnSpc>
                <a:spcPct val="90000"/>
              </a:lnSpc>
            </a:pPr>
            <a:r>
              <a:rPr lang="en-US" noProof="0"/>
              <a:t>00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3AED2226-94E9-4522-A668-7274CF4EB45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8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11F8087E-3028-4753-8145-09D0F3090E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754A9ECA-E049-4F8E-90ED-E0DEDB685A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259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ver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CF0ECB-30FF-45DD-8A41-5DF28038CBA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" y="0"/>
            <a:ext cx="12191999" cy="6858000"/>
          </a:xfrm>
          <a:custGeom>
            <a:avLst/>
            <a:gdLst>
              <a:gd name="connsiteX0" fmla="*/ 351363 w 9143999"/>
              <a:gd name="connsiteY0" fmla="*/ 4913481 h 5143500"/>
              <a:gd name="connsiteX1" fmla="*/ 331613 w 9143999"/>
              <a:gd name="connsiteY1" fmla="*/ 4933530 h 5143500"/>
              <a:gd name="connsiteX2" fmla="*/ 352237 w 9143999"/>
              <a:gd name="connsiteY2" fmla="*/ 4953582 h 5143500"/>
              <a:gd name="connsiteX3" fmla="*/ 371987 w 9143999"/>
              <a:gd name="connsiteY3" fmla="*/ 4933533 h 5143500"/>
              <a:gd name="connsiteX4" fmla="*/ 351363 w 9143999"/>
              <a:gd name="connsiteY4" fmla="*/ 4913481 h 5143500"/>
              <a:gd name="connsiteX5" fmla="*/ 892593 w 9143999"/>
              <a:gd name="connsiteY5" fmla="*/ 4837587 h 5143500"/>
              <a:gd name="connsiteX6" fmla="*/ 917846 w 9143999"/>
              <a:gd name="connsiteY6" fmla="*/ 4847631 h 5143500"/>
              <a:gd name="connsiteX7" fmla="*/ 927648 w 9143999"/>
              <a:gd name="connsiteY7" fmla="*/ 4877990 h 5143500"/>
              <a:gd name="connsiteX8" fmla="*/ 918100 w 9143999"/>
              <a:gd name="connsiteY8" fmla="*/ 4908353 h 5143500"/>
              <a:gd name="connsiteX9" fmla="*/ 894866 w 9143999"/>
              <a:gd name="connsiteY9" fmla="*/ 4918277 h 5143500"/>
              <a:gd name="connsiteX10" fmla="*/ 868933 w 9143999"/>
              <a:gd name="connsiteY10" fmla="*/ 4908080 h 5143500"/>
              <a:gd name="connsiteX11" fmla="*/ 859062 w 9143999"/>
              <a:gd name="connsiteY11" fmla="*/ 4877877 h 5143500"/>
              <a:gd name="connsiteX12" fmla="*/ 868678 w 9143999"/>
              <a:gd name="connsiteY12" fmla="*/ 4847677 h 5143500"/>
              <a:gd name="connsiteX13" fmla="*/ 559057 w 9143999"/>
              <a:gd name="connsiteY13" fmla="*/ 4837499 h 5143500"/>
              <a:gd name="connsiteX14" fmla="*/ 578336 w 9143999"/>
              <a:gd name="connsiteY14" fmla="*/ 4840021 h 5143500"/>
              <a:gd name="connsiteX15" fmla="*/ 585643 w 9143999"/>
              <a:gd name="connsiteY15" fmla="*/ 4847817 h 5143500"/>
              <a:gd name="connsiteX16" fmla="*/ 585643 w 9143999"/>
              <a:gd name="connsiteY16" fmla="*/ 4907937 h 5143500"/>
              <a:gd name="connsiteX17" fmla="*/ 578336 w 9143999"/>
              <a:gd name="connsiteY17" fmla="*/ 4915741 h 5143500"/>
              <a:gd name="connsiteX18" fmla="*/ 558605 w 9143999"/>
              <a:gd name="connsiteY18" fmla="*/ 4918322 h 5143500"/>
              <a:gd name="connsiteX19" fmla="*/ 534559 w 9143999"/>
              <a:gd name="connsiteY19" fmla="*/ 4909442 h 5143500"/>
              <a:gd name="connsiteX20" fmla="*/ 523519 w 9143999"/>
              <a:gd name="connsiteY20" fmla="*/ 4877990 h 5143500"/>
              <a:gd name="connsiteX21" fmla="*/ 534559 w 9143999"/>
              <a:gd name="connsiteY21" fmla="*/ 4846542 h 5143500"/>
              <a:gd name="connsiteX22" fmla="*/ 1101680 w 9143999"/>
              <a:gd name="connsiteY22" fmla="*/ 4805359 h 5143500"/>
              <a:gd name="connsiteX23" fmla="*/ 1095864 w 9143999"/>
              <a:gd name="connsiteY23" fmla="*/ 4811167 h 5143500"/>
              <a:gd name="connsiteX24" fmla="*/ 1095864 w 9143999"/>
              <a:gd name="connsiteY24" fmla="*/ 4944812 h 5143500"/>
              <a:gd name="connsiteX25" fmla="*/ 1101680 w 9143999"/>
              <a:gd name="connsiteY25" fmla="*/ 4950628 h 5143500"/>
              <a:gd name="connsiteX26" fmla="*/ 1127823 w 9143999"/>
              <a:gd name="connsiteY26" fmla="*/ 4950628 h 5143500"/>
              <a:gd name="connsiteX27" fmla="*/ 1128318 w 9143999"/>
              <a:gd name="connsiteY27" fmla="*/ 4950134 h 5143500"/>
              <a:gd name="connsiteX28" fmla="*/ 1130431 w 9143999"/>
              <a:gd name="connsiteY28" fmla="*/ 4950134 h 5143500"/>
              <a:gd name="connsiteX29" fmla="*/ 1136285 w 9143999"/>
              <a:gd name="connsiteY29" fmla="*/ 4944348 h 5143500"/>
              <a:gd name="connsiteX30" fmla="*/ 1136285 w 9143999"/>
              <a:gd name="connsiteY30" fmla="*/ 4811405 h 5143500"/>
              <a:gd name="connsiteX31" fmla="*/ 1130431 w 9143999"/>
              <a:gd name="connsiteY31" fmla="*/ 4805627 h 5143500"/>
              <a:gd name="connsiteX32" fmla="*/ 1128092 w 9143999"/>
              <a:gd name="connsiteY32" fmla="*/ 4805627 h 5143500"/>
              <a:gd name="connsiteX33" fmla="*/ 1127823 w 9143999"/>
              <a:gd name="connsiteY33" fmla="*/ 4805359 h 5143500"/>
              <a:gd name="connsiteX34" fmla="*/ 891920 w 9143999"/>
              <a:gd name="connsiteY34" fmla="*/ 4802455 h 5143500"/>
              <a:gd name="connsiteX35" fmla="*/ 819859 w 9143999"/>
              <a:gd name="connsiteY35" fmla="*/ 4877990 h 5143500"/>
              <a:gd name="connsiteX36" fmla="*/ 893949 w 9143999"/>
              <a:gd name="connsiteY36" fmla="*/ 4953533 h 5143500"/>
              <a:gd name="connsiteX37" fmla="*/ 923593 w 9143999"/>
              <a:gd name="connsiteY37" fmla="*/ 4947899 h 5143500"/>
              <a:gd name="connsiteX38" fmla="*/ 924071 w 9143999"/>
              <a:gd name="connsiteY38" fmla="*/ 4947569 h 5143500"/>
              <a:gd name="connsiteX39" fmla="*/ 924870 w 9143999"/>
              <a:gd name="connsiteY39" fmla="*/ 4947419 h 5143500"/>
              <a:gd name="connsiteX40" fmla="*/ 967553 w 9143999"/>
              <a:gd name="connsiteY40" fmla="*/ 4877877 h 5143500"/>
              <a:gd name="connsiteX41" fmla="*/ 924008 w 9143999"/>
              <a:gd name="connsiteY41" fmla="*/ 4808342 h 5143500"/>
              <a:gd name="connsiteX42" fmla="*/ 922787 w 9143999"/>
              <a:gd name="connsiteY42" fmla="*/ 4808121 h 5143500"/>
              <a:gd name="connsiteX43" fmla="*/ 922737 w 9143999"/>
              <a:gd name="connsiteY43" fmla="*/ 4808088 h 5143500"/>
              <a:gd name="connsiteX44" fmla="*/ 891920 w 9143999"/>
              <a:gd name="connsiteY44" fmla="*/ 4802455 h 5143500"/>
              <a:gd name="connsiteX45" fmla="*/ 725443 w 9143999"/>
              <a:gd name="connsiteY45" fmla="*/ 4802455 h 5143500"/>
              <a:gd name="connsiteX46" fmla="*/ 667045 w 9143999"/>
              <a:gd name="connsiteY46" fmla="*/ 4812907 h 5143500"/>
              <a:gd name="connsiteX47" fmla="*/ 666933 w 9143999"/>
              <a:gd name="connsiteY47" fmla="*/ 4813086 h 5143500"/>
              <a:gd name="connsiteX48" fmla="*/ 666650 w 9143999"/>
              <a:gd name="connsiteY48" fmla="*/ 4813136 h 5143500"/>
              <a:gd name="connsiteX49" fmla="*/ 659335 w 9143999"/>
              <a:gd name="connsiteY49" fmla="*/ 4824699 h 5143500"/>
              <a:gd name="connsiteX50" fmla="*/ 659335 w 9143999"/>
              <a:gd name="connsiteY50" fmla="*/ 4944348 h 5143500"/>
              <a:gd name="connsiteX51" fmla="*/ 659777 w 9143999"/>
              <a:gd name="connsiteY51" fmla="*/ 4944785 h 5143500"/>
              <a:gd name="connsiteX52" fmla="*/ 659777 w 9143999"/>
              <a:gd name="connsiteY52" fmla="*/ 4944812 h 5143500"/>
              <a:gd name="connsiteX53" fmla="*/ 665593 w 9143999"/>
              <a:gd name="connsiteY53" fmla="*/ 4950628 h 5143500"/>
              <a:gd name="connsiteX54" fmla="*/ 691736 w 9143999"/>
              <a:gd name="connsiteY54" fmla="*/ 4950628 h 5143500"/>
              <a:gd name="connsiteX55" fmla="*/ 697552 w 9143999"/>
              <a:gd name="connsiteY55" fmla="*/ 4944812 h 5143500"/>
              <a:gd name="connsiteX56" fmla="*/ 697552 w 9143999"/>
              <a:gd name="connsiteY56" fmla="*/ 4847194 h 5143500"/>
              <a:gd name="connsiteX57" fmla="*/ 704448 w 9143999"/>
              <a:gd name="connsiteY57" fmla="*/ 4839717 h 5143500"/>
              <a:gd name="connsiteX58" fmla="*/ 726010 w 9143999"/>
              <a:gd name="connsiteY58" fmla="*/ 4837419 h 5143500"/>
              <a:gd name="connsiteX59" fmla="*/ 746013 w 9143999"/>
              <a:gd name="connsiteY59" fmla="*/ 4843168 h 5143500"/>
              <a:gd name="connsiteX60" fmla="*/ 754202 w 9143999"/>
              <a:gd name="connsiteY60" fmla="*/ 4862009 h 5143500"/>
              <a:gd name="connsiteX61" fmla="*/ 754202 w 9143999"/>
              <a:gd name="connsiteY61" fmla="*/ 4944812 h 5143500"/>
              <a:gd name="connsiteX62" fmla="*/ 760018 w 9143999"/>
              <a:gd name="connsiteY62" fmla="*/ 4950628 h 5143500"/>
              <a:gd name="connsiteX63" fmla="*/ 786160 w 9143999"/>
              <a:gd name="connsiteY63" fmla="*/ 4950628 h 5143500"/>
              <a:gd name="connsiteX64" fmla="*/ 791976 w 9143999"/>
              <a:gd name="connsiteY64" fmla="*/ 4944812 h 5143500"/>
              <a:gd name="connsiteX65" fmla="*/ 791976 w 9143999"/>
              <a:gd name="connsiteY65" fmla="*/ 4944762 h 5143500"/>
              <a:gd name="connsiteX66" fmla="*/ 792395 w 9143999"/>
              <a:gd name="connsiteY66" fmla="*/ 4944348 h 5143500"/>
              <a:gd name="connsiteX67" fmla="*/ 792395 w 9143999"/>
              <a:gd name="connsiteY67" fmla="*/ 4857065 h 5143500"/>
              <a:gd name="connsiteX68" fmla="*/ 775798 w 9143999"/>
              <a:gd name="connsiteY68" fmla="*/ 4816682 h 5143500"/>
              <a:gd name="connsiteX69" fmla="*/ 775543 w 9143999"/>
              <a:gd name="connsiteY69" fmla="*/ 4816611 h 5143500"/>
              <a:gd name="connsiteX70" fmla="*/ 775486 w 9143999"/>
              <a:gd name="connsiteY70" fmla="*/ 4816471 h 5143500"/>
              <a:gd name="connsiteX71" fmla="*/ 725443 w 9143999"/>
              <a:gd name="connsiteY71" fmla="*/ 4802455 h 5143500"/>
              <a:gd name="connsiteX72" fmla="*/ 559834 w 9143999"/>
              <a:gd name="connsiteY72" fmla="*/ 4802455 h 5143500"/>
              <a:gd name="connsiteX73" fmla="*/ 529662 w 9143999"/>
              <a:gd name="connsiteY73" fmla="*/ 4807762 h 5143500"/>
              <a:gd name="connsiteX74" fmla="*/ 529594 w 9143999"/>
              <a:gd name="connsiteY74" fmla="*/ 4807805 h 5143500"/>
              <a:gd name="connsiteX75" fmla="*/ 528372 w 9143999"/>
              <a:gd name="connsiteY75" fmla="*/ 4808018 h 5143500"/>
              <a:gd name="connsiteX76" fmla="*/ 483586 w 9143999"/>
              <a:gd name="connsiteY76" fmla="*/ 4877877 h 5143500"/>
              <a:gd name="connsiteX77" fmla="*/ 526397 w 9143999"/>
              <a:gd name="connsiteY77" fmla="*/ 4947825 h 5143500"/>
              <a:gd name="connsiteX78" fmla="*/ 527142 w 9143999"/>
              <a:gd name="connsiteY78" fmla="*/ 4947947 h 5143500"/>
              <a:gd name="connsiteX79" fmla="*/ 527700 w 9143999"/>
              <a:gd name="connsiteY79" fmla="*/ 4948307 h 5143500"/>
              <a:gd name="connsiteX80" fmla="*/ 559257 w 9143999"/>
              <a:gd name="connsiteY80" fmla="*/ 4953533 h 5143500"/>
              <a:gd name="connsiteX81" fmla="*/ 617069 w 9143999"/>
              <a:gd name="connsiteY81" fmla="*/ 4941908 h 5143500"/>
              <a:gd name="connsiteX82" fmla="*/ 624337 w 9143999"/>
              <a:gd name="connsiteY82" fmla="*/ 4930284 h 5143500"/>
              <a:gd name="connsiteX83" fmla="*/ 624337 w 9143999"/>
              <a:gd name="connsiteY83" fmla="*/ 4824821 h 5143500"/>
              <a:gd name="connsiteX84" fmla="*/ 617069 w 9143999"/>
              <a:gd name="connsiteY84" fmla="*/ 4813204 h 5143500"/>
              <a:gd name="connsiteX85" fmla="*/ 559834 w 9143999"/>
              <a:gd name="connsiteY85" fmla="*/ 4802455 h 5143500"/>
              <a:gd name="connsiteX86" fmla="*/ 398011 w 9143999"/>
              <a:gd name="connsiteY86" fmla="*/ 4801292 h 5143500"/>
              <a:gd name="connsiteX87" fmla="*/ 395922 w 9143999"/>
              <a:gd name="connsiteY87" fmla="*/ 4801589 h 5143500"/>
              <a:gd name="connsiteX88" fmla="*/ 395863 w 9143999"/>
              <a:gd name="connsiteY88" fmla="*/ 4801582 h 5143500"/>
              <a:gd name="connsiteX89" fmla="*/ 331528 w 9143999"/>
              <a:gd name="connsiteY89" fmla="*/ 4853603 h 5143500"/>
              <a:gd name="connsiteX90" fmla="*/ 425688 w 9143999"/>
              <a:gd name="connsiteY90" fmla="*/ 4933656 h 5143500"/>
              <a:gd name="connsiteX91" fmla="*/ 423936 w 9143999"/>
              <a:gd name="connsiteY91" fmla="*/ 4944348 h 5143500"/>
              <a:gd name="connsiteX92" fmla="*/ 423645 w 9143999"/>
              <a:gd name="connsiteY92" fmla="*/ 4946089 h 5143500"/>
              <a:gd name="connsiteX93" fmla="*/ 428029 w 9143999"/>
              <a:gd name="connsiteY93" fmla="*/ 4950134 h 5143500"/>
              <a:gd name="connsiteX94" fmla="*/ 429440 w 9143999"/>
              <a:gd name="connsiteY94" fmla="*/ 4950134 h 5143500"/>
              <a:gd name="connsiteX95" fmla="*/ 429969 w 9143999"/>
              <a:gd name="connsiteY95" fmla="*/ 4950628 h 5143500"/>
              <a:gd name="connsiteX96" fmla="*/ 456121 w 9143999"/>
              <a:gd name="connsiteY96" fmla="*/ 4950628 h 5143500"/>
              <a:gd name="connsiteX97" fmla="*/ 463668 w 9143999"/>
              <a:gd name="connsiteY97" fmla="*/ 4944812 h 5143500"/>
              <a:gd name="connsiteX98" fmla="*/ 465995 w 9143999"/>
              <a:gd name="connsiteY98" fmla="*/ 4928255 h 5143500"/>
              <a:gd name="connsiteX99" fmla="*/ 372445 w 9143999"/>
              <a:gd name="connsiteY99" fmla="*/ 4850972 h 5143500"/>
              <a:gd name="connsiteX100" fmla="*/ 378874 w 9143999"/>
              <a:gd name="connsiteY100" fmla="*/ 4840371 h 5143500"/>
              <a:gd name="connsiteX101" fmla="*/ 395404 w 9143999"/>
              <a:gd name="connsiteY101" fmla="*/ 4836760 h 5143500"/>
              <a:gd name="connsiteX102" fmla="*/ 438848 w 9143999"/>
              <a:gd name="connsiteY102" fmla="*/ 4849557 h 5143500"/>
              <a:gd name="connsiteX103" fmla="*/ 443232 w 9143999"/>
              <a:gd name="connsiteY103" fmla="*/ 4850714 h 5143500"/>
              <a:gd name="connsiteX104" fmla="*/ 443815 w 9143999"/>
              <a:gd name="connsiteY104" fmla="*/ 4850347 h 5143500"/>
              <a:gd name="connsiteX105" fmla="*/ 445074 w 9143999"/>
              <a:gd name="connsiteY105" fmla="*/ 4850684 h 5143500"/>
              <a:gd name="connsiteX106" fmla="*/ 451467 w 9143999"/>
              <a:gd name="connsiteY106" fmla="*/ 4846616 h 5143500"/>
              <a:gd name="connsiteX107" fmla="*/ 460476 w 9143999"/>
              <a:gd name="connsiteY107" fmla="*/ 4827435 h 5143500"/>
              <a:gd name="connsiteX108" fmla="*/ 461639 w 9143999"/>
              <a:gd name="connsiteY108" fmla="*/ 4822502 h 5143500"/>
              <a:gd name="connsiteX109" fmla="*/ 458150 w 9143999"/>
              <a:gd name="connsiteY109" fmla="*/ 4816686 h 5143500"/>
              <a:gd name="connsiteX110" fmla="*/ 398011 w 9143999"/>
              <a:gd name="connsiteY110" fmla="*/ 4801292 h 5143500"/>
              <a:gd name="connsiteX111" fmla="*/ 1053743 w 9143999"/>
              <a:gd name="connsiteY111" fmla="*/ 4747249 h 5143500"/>
              <a:gd name="connsiteX112" fmla="*/ 994181 w 9143999"/>
              <a:gd name="connsiteY112" fmla="*/ 4808264 h 5143500"/>
              <a:gd name="connsiteX113" fmla="*/ 994181 w 9143999"/>
              <a:gd name="connsiteY113" fmla="*/ 4944812 h 5143500"/>
              <a:gd name="connsiteX114" fmla="*/ 999997 w 9143999"/>
              <a:gd name="connsiteY114" fmla="*/ 4950628 h 5143500"/>
              <a:gd name="connsiteX115" fmla="*/ 1025851 w 9143999"/>
              <a:gd name="connsiteY115" fmla="*/ 4950628 h 5143500"/>
              <a:gd name="connsiteX116" fmla="*/ 1026345 w 9143999"/>
              <a:gd name="connsiteY116" fmla="*/ 4950134 h 5143500"/>
              <a:gd name="connsiteX117" fmla="*/ 1027794 w 9143999"/>
              <a:gd name="connsiteY117" fmla="*/ 4950134 h 5143500"/>
              <a:gd name="connsiteX118" fmla="*/ 1033639 w 9143999"/>
              <a:gd name="connsiteY118" fmla="*/ 4944348 h 5143500"/>
              <a:gd name="connsiteX119" fmla="*/ 1033639 w 9143999"/>
              <a:gd name="connsiteY119" fmla="*/ 4837419 h 5143500"/>
              <a:gd name="connsiteX120" fmla="*/ 1070780 w 9143999"/>
              <a:gd name="connsiteY120" fmla="*/ 4837419 h 5143500"/>
              <a:gd name="connsiteX121" fmla="*/ 1076625 w 9143999"/>
              <a:gd name="connsiteY121" fmla="*/ 4831634 h 5143500"/>
              <a:gd name="connsiteX122" fmla="*/ 1076625 w 9143999"/>
              <a:gd name="connsiteY122" fmla="*/ 4811692 h 5143500"/>
              <a:gd name="connsiteX123" fmla="*/ 1070780 w 9143999"/>
              <a:gd name="connsiteY123" fmla="*/ 4805627 h 5143500"/>
              <a:gd name="connsiteX124" fmla="*/ 1068815 w 9143999"/>
              <a:gd name="connsiteY124" fmla="*/ 4805627 h 5143500"/>
              <a:gd name="connsiteX125" fmla="*/ 1068559 w 9143999"/>
              <a:gd name="connsiteY125" fmla="*/ 4805359 h 5143500"/>
              <a:gd name="connsiteX126" fmla="*/ 1033639 w 9143999"/>
              <a:gd name="connsiteY126" fmla="*/ 4805359 h 5143500"/>
              <a:gd name="connsiteX127" fmla="*/ 1033639 w 9143999"/>
              <a:gd name="connsiteY127" fmla="*/ 4802443 h 5143500"/>
              <a:gd name="connsiteX128" fmla="*/ 1056748 w 9143999"/>
              <a:gd name="connsiteY128" fmla="*/ 4778457 h 5143500"/>
              <a:gd name="connsiteX129" fmla="*/ 1071071 w 9143999"/>
              <a:gd name="connsiteY129" fmla="*/ 4779901 h 5143500"/>
              <a:gd name="connsiteX130" fmla="*/ 1076625 w 9143999"/>
              <a:gd name="connsiteY130" fmla="*/ 4774411 h 5143500"/>
              <a:gd name="connsiteX131" fmla="*/ 1079556 w 9143999"/>
              <a:gd name="connsiteY131" fmla="*/ 4759385 h 5143500"/>
              <a:gd name="connsiteX132" fmla="*/ 1080138 w 9143999"/>
              <a:gd name="connsiteY132" fmla="*/ 4755627 h 5143500"/>
              <a:gd name="connsiteX133" fmla="*/ 1074293 w 9143999"/>
              <a:gd name="connsiteY133" fmla="*/ 4749848 h 5143500"/>
              <a:gd name="connsiteX134" fmla="*/ 1072404 w 9143999"/>
              <a:gd name="connsiteY134" fmla="*/ 4749641 h 5143500"/>
              <a:gd name="connsiteX135" fmla="*/ 1072049 w 9143999"/>
              <a:gd name="connsiteY135" fmla="*/ 4749285 h 5143500"/>
              <a:gd name="connsiteX136" fmla="*/ 1053743 w 9143999"/>
              <a:gd name="connsiteY136" fmla="*/ 4747249 h 5143500"/>
              <a:gd name="connsiteX137" fmla="*/ 1115151 w 9143999"/>
              <a:gd name="connsiteY137" fmla="*/ 4747131 h 5143500"/>
              <a:gd name="connsiteX138" fmla="*/ 1095104 w 9143999"/>
              <a:gd name="connsiteY138" fmla="*/ 4767478 h 5143500"/>
              <a:gd name="connsiteX139" fmla="*/ 1116017 w 9143999"/>
              <a:gd name="connsiteY139" fmla="*/ 4787818 h 5143500"/>
              <a:gd name="connsiteX140" fmla="*/ 1136065 w 9143999"/>
              <a:gd name="connsiteY140" fmla="*/ 4767481 h 5143500"/>
              <a:gd name="connsiteX141" fmla="*/ 1115151 w 9143999"/>
              <a:gd name="connsiteY141" fmla="*/ 4747131 h 5143500"/>
              <a:gd name="connsiteX142" fmla="*/ 0 w 9143999"/>
              <a:gd name="connsiteY142" fmla="*/ 0 h 5143500"/>
              <a:gd name="connsiteX143" fmla="*/ 9143999 w 9143999"/>
              <a:gd name="connsiteY143" fmla="*/ 0 h 5143500"/>
              <a:gd name="connsiteX144" fmla="*/ 9143999 w 9143999"/>
              <a:gd name="connsiteY144" fmla="*/ 5143500 h 5143500"/>
              <a:gd name="connsiteX145" fmla="*/ 0 w 9143999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9143999" h="5143500">
                <a:moveTo>
                  <a:pt x="351363" y="4913481"/>
                </a:moveTo>
                <a:cubicBezTo>
                  <a:pt x="339456" y="4913486"/>
                  <a:pt x="331612" y="4921037"/>
                  <a:pt x="331613" y="4933530"/>
                </a:cubicBezTo>
                <a:cubicBezTo>
                  <a:pt x="331608" y="4945734"/>
                  <a:pt x="339456" y="4953580"/>
                  <a:pt x="352237" y="4953582"/>
                </a:cubicBezTo>
                <a:cubicBezTo>
                  <a:pt x="364153" y="4953577"/>
                  <a:pt x="371990" y="4945737"/>
                  <a:pt x="371987" y="4933533"/>
                </a:cubicBezTo>
                <a:cubicBezTo>
                  <a:pt x="371996" y="4921039"/>
                  <a:pt x="364153" y="4913482"/>
                  <a:pt x="351363" y="4913481"/>
                </a:cubicBezTo>
                <a:close/>
                <a:moveTo>
                  <a:pt x="892593" y="4837587"/>
                </a:moveTo>
                <a:lnTo>
                  <a:pt x="917846" y="4847631"/>
                </a:lnTo>
                <a:cubicBezTo>
                  <a:pt x="924091" y="4854457"/>
                  <a:pt x="927648" y="4864625"/>
                  <a:pt x="927648" y="4877990"/>
                </a:cubicBezTo>
                <a:cubicBezTo>
                  <a:pt x="927648" y="4891355"/>
                  <a:pt x="924091" y="4901524"/>
                  <a:pt x="918100" y="4908353"/>
                </a:cubicBezTo>
                <a:lnTo>
                  <a:pt x="894866" y="4918277"/>
                </a:lnTo>
                <a:lnTo>
                  <a:pt x="868933" y="4908080"/>
                </a:lnTo>
                <a:cubicBezTo>
                  <a:pt x="862645" y="4901288"/>
                  <a:pt x="859062" y="4891172"/>
                  <a:pt x="859062" y="4877877"/>
                </a:cubicBezTo>
                <a:cubicBezTo>
                  <a:pt x="859062" y="4864582"/>
                  <a:pt x="862645" y="4854468"/>
                  <a:pt x="868678" y="4847677"/>
                </a:cubicBezTo>
                <a:close/>
                <a:moveTo>
                  <a:pt x="559057" y="4837499"/>
                </a:moveTo>
                <a:lnTo>
                  <a:pt x="578336" y="4840021"/>
                </a:lnTo>
                <a:cubicBezTo>
                  <a:pt x="583309" y="4841465"/>
                  <a:pt x="585643" y="4843483"/>
                  <a:pt x="585643" y="4847817"/>
                </a:cubicBezTo>
                <a:lnTo>
                  <a:pt x="585643" y="4907937"/>
                </a:lnTo>
                <a:cubicBezTo>
                  <a:pt x="585643" y="4912270"/>
                  <a:pt x="583309" y="4914296"/>
                  <a:pt x="578336" y="4915741"/>
                </a:cubicBezTo>
                <a:lnTo>
                  <a:pt x="558605" y="4918322"/>
                </a:lnTo>
                <a:lnTo>
                  <a:pt x="534559" y="4909442"/>
                </a:lnTo>
                <a:cubicBezTo>
                  <a:pt x="527877" y="4902976"/>
                  <a:pt x="523519" y="4892806"/>
                  <a:pt x="523519" y="4877990"/>
                </a:cubicBezTo>
                <a:cubicBezTo>
                  <a:pt x="523519" y="4863173"/>
                  <a:pt x="527877" y="4853005"/>
                  <a:pt x="534559" y="4846542"/>
                </a:cubicBezTo>
                <a:close/>
                <a:moveTo>
                  <a:pt x="1101680" y="4805359"/>
                </a:moveTo>
                <a:cubicBezTo>
                  <a:pt x="1098192" y="4805359"/>
                  <a:pt x="1095864" y="4807677"/>
                  <a:pt x="1095864" y="4811167"/>
                </a:cubicBezTo>
                <a:lnTo>
                  <a:pt x="1095864" y="4944812"/>
                </a:lnTo>
                <a:cubicBezTo>
                  <a:pt x="1095864" y="4948301"/>
                  <a:pt x="1098192" y="4950628"/>
                  <a:pt x="1101680" y="4950628"/>
                </a:cubicBezTo>
                <a:lnTo>
                  <a:pt x="1127823" y="4950628"/>
                </a:lnTo>
                <a:lnTo>
                  <a:pt x="1128318" y="4950134"/>
                </a:lnTo>
                <a:lnTo>
                  <a:pt x="1130431" y="4950134"/>
                </a:lnTo>
                <a:cubicBezTo>
                  <a:pt x="1133944" y="4950134"/>
                  <a:pt x="1136285" y="4947819"/>
                  <a:pt x="1136285" y="4944348"/>
                </a:cubicBezTo>
                <a:lnTo>
                  <a:pt x="1136285" y="4811405"/>
                </a:lnTo>
                <a:cubicBezTo>
                  <a:pt x="1136285" y="4807934"/>
                  <a:pt x="1133944" y="4805627"/>
                  <a:pt x="1130431" y="4805627"/>
                </a:cubicBezTo>
                <a:lnTo>
                  <a:pt x="1128092" y="4805627"/>
                </a:lnTo>
                <a:lnTo>
                  <a:pt x="1127823" y="4805359"/>
                </a:lnTo>
                <a:close/>
                <a:moveTo>
                  <a:pt x="891920" y="4802455"/>
                </a:moveTo>
                <a:cubicBezTo>
                  <a:pt x="848337" y="4802455"/>
                  <a:pt x="819859" y="4834118"/>
                  <a:pt x="819859" y="4877990"/>
                </a:cubicBezTo>
                <a:cubicBezTo>
                  <a:pt x="819859" y="4921862"/>
                  <a:pt x="848337" y="4953533"/>
                  <a:pt x="893949" y="4953533"/>
                </a:cubicBezTo>
                <a:cubicBezTo>
                  <a:pt x="904845" y="4953533"/>
                  <a:pt x="914796" y="4951553"/>
                  <a:pt x="923593" y="4947899"/>
                </a:cubicBezTo>
                <a:lnTo>
                  <a:pt x="924071" y="4947569"/>
                </a:lnTo>
                <a:lnTo>
                  <a:pt x="924870" y="4947419"/>
                </a:lnTo>
                <a:cubicBezTo>
                  <a:pt x="951435" y="4936512"/>
                  <a:pt x="967553" y="4910608"/>
                  <a:pt x="967553" y="4877877"/>
                </a:cubicBezTo>
                <a:cubicBezTo>
                  <a:pt x="967553" y="4845146"/>
                  <a:pt x="951435" y="4819246"/>
                  <a:pt x="924008" y="4808342"/>
                </a:cubicBezTo>
                <a:lnTo>
                  <a:pt x="922787" y="4808121"/>
                </a:lnTo>
                <a:lnTo>
                  <a:pt x="922737" y="4808088"/>
                </a:lnTo>
                <a:cubicBezTo>
                  <a:pt x="913654" y="4804434"/>
                  <a:pt x="903323" y="4802455"/>
                  <a:pt x="891920" y="4802455"/>
                </a:cubicBezTo>
                <a:close/>
                <a:moveTo>
                  <a:pt x="725443" y="4802455"/>
                </a:moveTo>
                <a:cubicBezTo>
                  <a:pt x="708301" y="4802455"/>
                  <a:pt x="688255" y="4805359"/>
                  <a:pt x="667045" y="4812907"/>
                </a:cubicBezTo>
                <a:lnTo>
                  <a:pt x="666933" y="4813086"/>
                </a:lnTo>
                <a:lnTo>
                  <a:pt x="666650" y="4813136"/>
                </a:lnTo>
                <a:cubicBezTo>
                  <a:pt x="662556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7" y="4944785"/>
                </a:lnTo>
                <a:lnTo>
                  <a:pt x="659777" y="4944812"/>
                </a:lnTo>
                <a:cubicBezTo>
                  <a:pt x="659777" y="4948301"/>
                  <a:pt x="662103" y="4950628"/>
                  <a:pt x="665593" y="4950628"/>
                </a:cubicBezTo>
                <a:lnTo>
                  <a:pt x="691736" y="4950628"/>
                </a:lnTo>
                <a:cubicBezTo>
                  <a:pt x="695225" y="4950628"/>
                  <a:pt x="697552" y="4948301"/>
                  <a:pt x="697552" y="4944812"/>
                </a:cubicBezTo>
                <a:lnTo>
                  <a:pt x="697552" y="4847194"/>
                </a:lnTo>
                <a:lnTo>
                  <a:pt x="704448" y="4839717"/>
                </a:lnTo>
                <a:lnTo>
                  <a:pt x="726010" y="4837419"/>
                </a:lnTo>
                <a:lnTo>
                  <a:pt x="746013" y="4843168"/>
                </a:lnTo>
                <a:lnTo>
                  <a:pt x="754202" y="4862009"/>
                </a:lnTo>
                <a:lnTo>
                  <a:pt x="754202" y="4944812"/>
                </a:lnTo>
                <a:cubicBezTo>
                  <a:pt x="754202" y="4948301"/>
                  <a:pt x="756528" y="4950628"/>
                  <a:pt x="760018" y="4950628"/>
                </a:cubicBezTo>
                <a:lnTo>
                  <a:pt x="786160" y="4950628"/>
                </a:lnTo>
                <a:cubicBezTo>
                  <a:pt x="789650" y="4950628"/>
                  <a:pt x="791976" y="4948301"/>
                  <a:pt x="791976" y="4944812"/>
                </a:cubicBezTo>
                <a:lnTo>
                  <a:pt x="791976" y="4944762"/>
                </a:lnTo>
                <a:lnTo>
                  <a:pt x="792395" y="4944348"/>
                </a:lnTo>
                <a:lnTo>
                  <a:pt x="792395" y="4857065"/>
                </a:lnTo>
                <a:cubicBezTo>
                  <a:pt x="792395" y="4839438"/>
                  <a:pt x="786911" y="4825856"/>
                  <a:pt x="775798" y="4816682"/>
                </a:cubicBezTo>
                <a:lnTo>
                  <a:pt x="775543" y="4816611"/>
                </a:lnTo>
                <a:lnTo>
                  <a:pt x="775486" y="4816471"/>
                </a:lnTo>
                <a:cubicBezTo>
                  <a:pt x="764445" y="4807248"/>
                  <a:pt x="747812" y="4802455"/>
                  <a:pt x="725443" y="4802455"/>
                </a:cubicBezTo>
                <a:close/>
                <a:moveTo>
                  <a:pt x="559834" y="4802455"/>
                </a:moveTo>
                <a:cubicBezTo>
                  <a:pt x="548868" y="4802455"/>
                  <a:pt x="538719" y="4804289"/>
                  <a:pt x="529662" y="4807762"/>
                </a:cubicBezTo>
                <a:lnTo>
                  <a:pt x="529594" y="4807805"/>
                </a:lnTo>
                <a:lnTo>
                  <a:pt x="528372" y="4808018"/>
                </a:lnTo>
                <a:cubicBezTo>
                  <a:pt x="501027" y="4818381"/>
                  <a:pt x="483586" y="4843416"/>
                  <a:pt x="483586" y="4877877"/>
                </a:cubicBezTo>
                <a:cubicBezTo>
                  <a:pt x="483586" y="4912775"/>
                  <a:pt x="498720" y="4937596"/>
                  <a:pt x="526397" y="4947825"/>
                </a:cubicBezTo>
                <a:lnTo>
                  <a:pt x="527142" y="4947947"/>
                </a:lnTo>
                <a:lnTo>
                  <a:pt x="527700" y="4948307"/>
                </a:lnTo>
                <a:cubicBezTo>
                  <a:pt x="536866" y="4951735"/>
                  <a:pt x="547417" y="4953533"/>
                  <a:pt x="559257" y="4953533"/>
                </a:cubicBezTo>
                <a:cubicBezTo>
                  <a:pt x="578428" y="4953533"/>
                  <a:pt x="597022" y="4950331"/>
                  <a:pt x="617069" y="4941908"/>
                </a:cubicBezTo>
                <a:cubicBezTo>
                  <a:pt x="621722" y="4939879"/>
                  <a:pt x="624337" y="4936678"/>
                  <a:pt x="624337" y="4930284"/>
                </a:cubicBezTo>
                <a:lnTo>
                  <a:pt x="624337" y="4824821"/>
                </a:lnTo>
                <a:cubicBezTo>
                  <a:pt x="624337" y="4818138"/>
                  <a:pt x="621722" y="4814946"/>
                  <a:pt x="617069" y="4813204"/>
                </a:cubicBezTo>
                <a:cubicBezTo>
                  <a:pt x="597898" y="4805936"/>
                  <a:pt x="579880" y="4802455"/>
                  <a:pt x="559834" y="4802455"/>
                </a:cubicBezTo>
                <a:close/>
                <a:moveTo>
                  <a:pt x="398011" y="4801292"/>
                </a:moveTo>
                <a:lnTo>
                  <a:pt x="395922" y="4801589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6" y="4940590"/>
                  <a:pt x="423936" y="4944348"/>
                </a:cubicBezTo>
                <a:cubicBezTo>
                  <a:pt x="423645" y="4944931"/>
                  <a:pt x="423645" y="4945505"/>
                  <a:pt x="423645" y="4946089"/>
                </a:cubicBezTo>
                <a:cubicBezTo>
                  <a:pt x="423645" y="4948394"/>
                  <a:pt x="425106" y="4950134"/>
                  <a:pt x="428029" y="4950134"/>
                </a:cubicBezTo>
                <a:lnTo>
                  <a:pt x="429440" y="4950134"/>
                </a:lnTo>
                <a:lnTo>
                  <a:pt x="429969" y="4950628"/>
                </a:lnTo>
                <a:lnTo>
                  <a:pt x="456121" y="4950628"/>
                </a:lnTo>
                <a:cubicBezTo>
                  <a:pt x="460476" y="4950628"/>
                  <a:pt x="462216" y="4949176"/>
                  <a:pt x="463668" y="4944812"/>
                </a:cubicBezTo>
                <a:cubicBezTo>
                  <a:pt x="465418" y="4939879"/>
                  <a:pt x="465995" y="4933196"/>
                  <a:pt x="465995" y="4928255"/>
                </a:cubicBezTo>
                <a:cubicBezTo>
                  <a:pt x="465995" y="4862299"/>
                  <a:pt x="372445" y="4878177"/>
                  <a:pt x="372445" y="4850972"/>
                </a:cubicBezTo>
                <a:cubicBezTo>
                  <a:pt x="372445" y="4846523"/>
                  <a:pt x="374698" y="4842891"/>
                  <a:pt x="378874" y="4840371"/>
                </a:cubicBezTo>
                <a:lnTo>
                  <a:pt x="395404" y="4836760"/>
                </a:lnTo>
                <a:lnTo>
                  <a:pt x="438848" y="4849557"/>
                </a:lnTo>
                <a:cubicBezTo>
                  <a:pt x="440310" y="4850418"/>
                  <a:pt x="441771" y="4850714"/>
                  <a:pt x="443232" y="4850714"/>
                </a:cubicBezTo>
                <a:lnTo>
                  <a:pt x="443815" y="4850347"/>
                </a:lnTo>
                <a:lnTo>
                  <a:pt x="445074" y="4850684"/>
                </a:lnTo>
                <a:cubicBezTo>
                  <a:pt x="447689" y="4850684"/>
                  <a:pt x="450305" y="4849231"/>
                  <a:pt x="451467" y="4846616"/>
                </a:cubicBezTo>
                <a:lnTo>
                  <a:pt x="460476" y="4827435"/>
                </a:lnTo>
                <a:cubicBezTo>
                  <a:pt x="461317" y="4825652"/>
                  <a:pt x="461639" y="4823954"/>
                  <a:pt x="461639" y="4822502"/>
                </a:cubicBezTo>
                <a:cubicBezTo>
                  <a:pt x="461639" y="4820176"/>
                  <a:pt x="460485" y="4817858"/>
                  <a:pt x="458150" y="4816686"/>
                </a:cubicBezTo>
                <a:cubicBezTo>
                  <a:pt x="440141" y="4806226"/>
                  <a:pt x="418635" y="4801292"/>
                  <a:pt x="398011" y="4801292"/>
                </a:cubicBezTo>
                <a:close/>
                <a:moveTo>
                  <a:pt x="1053743" y="4747249"/>
                </a:moveTo>
                <a:cubicBezTo>
                  <a:pt x="1017717" y="4747249"/>
                  <a:pt x="994181" y="4766420"/>
                  <a:pt x="994181" y="4808264"/>
                </a:cubicBezTo>
                <a:lnTo>
                  <a:pt x="994181" y="4944812"/>
                </a:lnTo>
                <a:cubicBezTo>
                  <a:pt x="994181" y="4948301"/>
                  <a:pt x="996508" y="4950628"/>
                  <a:pt x="999997" y="4950628"/>
                </a:cubicBezTo>
                <a:lnTo>
                  <a:pt x="1025851" y="4950628"/>
                </a:lnTo>
                <a:lnTo>
                  <a:pt x="1026345" y="4950134"/>
                </a:lnTo>
                <a:lnTo>
                  <a:pt x="1027794" y="4950134"/>
                </a:lnTo>
                <a:cubicBezTo>
                  <a:pt x="1031306" y="4950134"/>
                  <a:pt x="1033639" y="4947819"/>
                  <a:pt x="1033639" y="4944348"/>
                </a:cubicBezTo>
                <a:lnTo>
                  <a:pt x="1033639" y="4837419"/>
                </a:lnTo>
                <a:lnTo>
                  <a:pt x="1070780" y="4837419"/>
                </a:lnTo>
                <a:cubicBezTo>
                  <a:pt x="1074584" y="4837419"/>
                  <a:pt x="1076625" y="4835105"/>
                  <a:pt x="1076625" y="4831634"/>
                </a:cubicBezTo>
                <a:lnTo>
                  <a:pt x="1076625" y="4811692"/>
                </a:lnTo>
                <a:cubicBezTo>
                  <a:pt x="1076625" y="4807934"/>
                  <a:pt x="1074584" y="4805627"/>
                  <a:pt x="1070780" y="4805627"/>
                </a:cubicBezTo>
                <a:lnTo>
                  <a:pt x="1068815" y="4805627"/>
                </a:lnTo>
                <a:lnTo>
                  <a:pt x="1068559" y="4805359"/>
                </a:lnTo>
                <a:lnTo>
                  <a:pt x="1033639" y="4805359"/>
                </a:lnTo>
                <a:lnTo>
                  <a:pt x="1033639" y="4802443"/>
                </a:lnTo>
                <a:cubicBezTo>
                  <a:pt x="1033639" y="4786548"/>
                  <a:pt x="1040663" y="4778457"/>
                  <a:pt x="1056748" y="4778457"/>
                </a:cubicBezTo>
                <a:cubicBezTo>
                  <a:pt x="1062593" y="4778457"/>
                  <a:pt x="1068892" y="4779901"/>
                  <a:pt x="1071071" y="4779901"/>
                </a:cubicBezTo>
                <a:cubicBezTo>
                  <a:pt x="1074584" y="4779901"/>
                  <a:pt x="1076045" y="4777882"/>
                  <a:pt x="1076625" y="4774411"/>
                </a:cubicBezTo>
                <a:lnTo>
                  <a:pt x="1079556" y="4759385"/>
                </a:lnTo>
                <a:cubicBezTo>
                  <a:pt x="1079813" y="4758050"/>
                  <a:pt x="1080138" y="4756876"/>
                  <a:pt x="1080138" y="4755627"/>
                </a:cubicBezTo>
                <a:cubicBezTo>
                  <a:pt x="1080138" y="4752417"/>
                  <a:pt x="1078386" y="4750711"/>
                  <a:pt x="1074293" y="4749848"/>
                </a:cubicBezTo>
                <a:lnTo>
                  <a:pt x="1072404" y="4749641"/>
                </a:lnTo>
                <a:lnTo>
                  <a:pt x="1072049" y="4749285"/>
                </a:lnTo>
                <a:cubicBezTo>
                  <a:pt x="1066232" y="4747834"/>
                  <a:pt x="1059941" y="4747249"/>
                  <a:pt x="1053743" y="4747249"/>
                </a:cubicBezTo>
                <a:close/>
                <a:moveTo>
                  <a:pt x="1115151" y="4747131"/>
                </a:moveTo>
                <a:cubicBezTo>
                  <a:pt x="1102947" y="4747139"/>
                  <a:pt x="1095102" y="4754688"/>
                  <a:pt x="1095104" y="4767478"/>
                </a:cubicBezTo>
                <a:cubicBezTo>
                  <a:pt x="1095101" y="4779971"/>
                  <a:pt x="1102947" y="4787811"/>
                  <a:pt x="1116017" y="4787818"/>
                </a:cubicBezTo>
                <a:cubicBezTo>
                  <a:pt x="1127933" y="4787817"/>
                  <a:pt x="1136070" y="4779974"/>
                  <a:pt x="1136065" y="4767481"/>
                </a:cubicBezTo>
                <a:cubicBezTo>
                  <a:pt x="1136070" y="4754690"/>
                  <a:pt x="1127933" y="4747137"/>
                  <a:pt x="1115151" y="4747131"/>
                </a:cubicBez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0B90B88F-38E1-44C8-9D6F-1A9BFFE001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8559" y="2915365"/>
            <a:ext cx="4949741" cy="1399251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4800" b="0" i="1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lang="en-US" sz="4800" b="0" i="1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70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  <a:lvl4pPr marL="911955" indent="0">
              <a:buFont typeface="Arial" panose="020B0604020202020204" pitchFamily="34" charset="0"/>
              <a:buNone/>
              <a:defRPr/>
            </a:lvl4pPr>
          </a:lstStyle>
          <a:p>
            <a:pPr marL="761962" lvl="0" indent="-761962" algn="l" defTabSz="914354" rtl="0"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de-DE" noProof="0"/>
              <a:t>Mastertextformat bearbeiten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9F6585BF-F3F3-4500-9CFA-EF0D9041E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8559" y="4395894"/>
            <a:ext cx="4949741" cy="710532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1867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marL="302384" indent="0" algn="l">
              <a:lnSpc>
                <a:spcPct val="90000"/>
              </a:lnSpc>
              <a:buFont typeface="Arial" panose="020B0604020202020204" pitchFamily="34" charset="0"/>
              <a:buNone/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70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marL="380981" lvl="0" indent="-380981" algn="l" defTabSz="914354" rtl="0" eaLnBrk="1" latinLnBrk="0" hangingPunct="1">
              <a:lnSpc>
                <a:spcPct val="100000"/>
              </a:lnSpc>
              <a:spcBef>
                <a:spcPts val="1333"/>
              </a:spcBef>
            </a:pPr>
            <a:r>
              <a:rPr lang="de-DE" noProof="0"/>
              <a:t>Mastertextformat bearbeiten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FB220A98-FE22-4FE9-AB26-E269403DC28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8559" y="1792929"/>
            <a:ext cx="4949741" cy="939945"/>
          </a:xfrm>
        </p:spPr>
        <p:txBody>
          <a:bodyPr anchor="b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2933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800" b="0" i="1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5" name="Forme libre : forme 9">
            <a:extLst>
              <a:ext uri="{FF2B5EF4-FFF2-40B4-BE49-F238E27FC236}">
                <a16:creationId xmlns:a16="http://schemas.microsoft.com/office/drawing/2014/main" id="{F4B8DA8B-2C07-4FC6-911D-D340BE461554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6" name="Graphique 7">
            <a:extLst>
              <a:ext uri="{FF2B5EF4-FFF2-40B4-BE49-F238E27FC236}">
                <a16:creationId xmlns:a16="http://schemas.microsoft.com/office/drawing/2014/main" id="{2473C403-3091-45DA-8311-8B80BACBDD7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27" name="Forme libre : forme 9">
              <a:extLst>
                <a:ext uri="{FF2B5EF4-FFF2-40B4-BE49-F238E27FC236}">
                  <a16:creationId xmlns:a16="http://schemas.microsoft.com/office/drawing/2014/main" id="{9A66E28E-1ED8-413A-86AB-392723C9953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8" name="Forme libre : forme 10">
              <a:extLst>
                <a:ext uri="{FF2B5EF4-FFF2-40B4-BE49-F238E27FC236}">
                  <a16:creationId xmlns:a16="http://schemas.microsoft.com/office/drawing/2014/main" id="{332EEDE0-E68F-49D3-A74F-33347ECF61BC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9" name="Forme libre : forme 11">
              <a:extLst>
                <a:ext uri="{FF2B5EF4-FFF2-40B4-BE49-F238E27FC236}">
                  <a16:creationId xmlns:a16="http://schemas.microsoft.com/office/drawing/2014/main" id="{3EA6B076-5413-42E1-95D1-72C23C1D4D5B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76712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next t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C5F3432-6FAD-4E94-8F10-E3A9F64580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351364 w 4572000"/>
              <a:gd name="connsiteY0" fmla="*/ 4913481 h 5143500"/>
              <a:gd name="connsiteX1" fmla="*/ 331614 w 4572000"/>
              <a:gd name="connsiteY1" fmla="*/ 4933530 h 5143500"/>
              <a:gd name="connsiteX2" fmla="*/ 352238 w 4572000"/>
              <a:gd name="connsiteY2" fmla="*/ 4953582 h 5143500"/>
              <a:gd name="connsiteX3" fmla="*/ 371988 w 4572000"/>
              <a:gd name="connsiteY3" fmla="*/ 4933533 h 5143500"/>
              <a:gd name="connsiteX4" fmla="*/ 351364 w 4572000"/>
              <a:gd name="connsiteY4" fmla="*/ 4913481 h 5143500"/>
              <a:gd name="connsiteX5" fmla="*/ 892594 w 4572000"/>
              <a:gd name="connsiteY5" fmla="*/ 4837587 h 5143500"/>
              <a:gd name="connsiteX6" fmla="*/ 917847 w 4572000"/>
              <a:gd name="connsiteY6" fmla="*/ 4847631 h 5143500"/>
              <a:gd name="connsiteX7" fmla="*/ 927649 w 4572000"/>
              <a:gd name="connsiteY7" fmla="*/ 4877990 h 5143500"/>
              <a:gd name="connsiteX8" fmla="*/ 918101 w 4572000"/>
              <a:gd name="connsiteY8" fmla="*/ 4908353 h 5143500"/>
              <a:gd name="connsiteX9" fmla="*/ 894867 w 4572000"/>
              <a:gd name="connsiteY9" fmla="*/ 4918277 h 5143500"/>
              <a:gd name="connsiteX10" fmla="*/ 868934 w 4572000"/>
              <a:gd name="connsiteY10" fmla="*/ 4908080 h 5143500"/>
              <a:gd name="connsiteX11" fmla="*/ 859063 w 4572000"/>
              <a:gd name="connsiteY11" fmla="*/ 4877877 h 5143500"/>
              <a:gd name="connsiteX12" fmla="*/ 868679 w 4572000"/>
              <a:gd name="connsiteY12" fmla="*/ 4847677 h 5143500"/>
              <a:gd name="connsiteX13" fmla="*/ 559058 w 4572000"/>
              <a:gd name="connsiteY13" fmla="*/ 4837499 h 5143500"/>
              <a:gd name="connsiteX14" fmla="*/ 578337 w 4572000"/>
              <a:gd name="connsiteY14" fmla="*/ 4840021 h 5143500"/>
              <a:gd name="connsiteX15" fmla="*/ 585644 w 4572000"/>
              <a:gd name="connsiteY15" fmla="*/ 4847817 h 5143500"/>
              <a:gd name="connsiteX16" fmla="*/ 585644 w 4572000"/>
              <a:gd name="connsiteY16" fmla="*/ 4907937 h 5143500"/>
              <a:gd name="connsiteX17" fmla="*/ 578337 w 4572000"/>
              <a:gd name="connsiteY17" fmla="*/ 4915741 h 5143500"/>
              <a:gd name="connsiteX18" fmla="*/ 558606 w 4572000"/>
              <a:gd name="connsiteY18" fmla="*/ 4918322 h 5143500"/>
              <a:gd name="connsiteX19" fmla="*/ 534560 w 4572000"/>
              <a:gd name="connsiteY19" fmla="*/ 4909442 h 5143500"/>
              <a:gd name="connsiteX20" fmla="*/ 523520 w 4572000"/>
              <a:gd name="connsiteY20" fmla="*/ 4877990 h 5143500"/>
              <a:gd name="connsiteX21" fmla="*/ 534560 w 4572000"/>
              <a:gd name="connsiteY21" fmla="*/ 4846542 h 5143500"/>
              <a:gd name="connsiteX22" fmla="*/ 1101681 w 4572000"/>
              <a:gd name="connsiteY22" fmla="*/ 4805359 h 5143500"/>
              <a:gd name="connsiteX23" fmla="*/ 1095865 w 4572000"/>
              <a:gd name="connsiteY23" fmla="*/ 4811167 h 5143500"/>
              <a:gd name="connsiteX24" fmla="*/ 1095865 w 4572000"/>
              <a:gd name="connsiteY24" fmla="*/ 4944812 h 5143500"/>
              <a:gd name="connsiteX25" fmla="*/ 1101681 w 4572000"/>
              <a:gd name="connsiteY25" fmla="*/ 4950628 h 5143500"/>
              <a:gd name="connsiteX26" fmla="*/ 1127824 w 4572000"/>
              <a:gd name="connsiteY26" fmla="*/ 4950628 h 5143500"/>
              <a:gd name="connsiteX27" fmla="*/ 1128318 w 4572000"/>
              <a:gd name="connsiteY27" fmla="*/ 4950134 h 5143500"/>
              <a:gd name="connsiteX28" fmla="*/ 1130432 w 4572000"/>
              <a:gd name="connsiteY28" fmla="*/ 4950134 h 5143500"/>
              <a:gd name="connsiteX29" fmla="*/ 1136286 w 4572000"/>
              <a:gd name="connsiteY29" fmla="*/ 4944348 h 5143500"/>
              <a:gd name="connsiteX30" fmla="*/ 1136286 w 4572000"/>
              <a:gd name="connsiteY30" fmla="*/ 4811405 h 5143500"/>
              <a:gd name="connsiteX31" fmla="*/ 1130432 w 4572000"/>
              <a:gd name="connsiteY31" fmla="*/ 4805627 h 5143500"/>
              <a:gd name="connsiteX32" fmla="*/ 1128093 w 4572000"/>
              <a:gd name="connsiteY32" fmla="*/ 4805627 h 5143500"/>
              <a:gd name="connsiteX33" fmla="*/ 1127824 w 4572000"/>
              <a:gd name="connsiteY33" fmla="*/ 4805359 h 5143500"/>
              <a:gd name="connsiteX34" fmla="*/ 891921 w 4572000"/>
              <a:gd name="connsiteY34" fmla="*/ 4802455 h 5143500"/>
              <a:gd name="connsiteX35" fmla="*/ 819860 w 4572000"/>
              <a:gd name="connsiteY35" fmla="*/ 4877990 h 5143500"/>
              <a:gd name="connsiteX36" fmla="*/ 893950 w 4572000"/>
              <a:gd name="connsiteY36" fmla="*/ 4953533 h 5143500"/>
              <a:gd name="connsiteX37" fmla="*/ 923594 w 4572000"/>
              <a:gd name="connsiteY37" fmla="*/ 4947899 h 5143500"/>
              <a:gd name="connsiteX38" fmla="*/ 924072 w 4572000"/>
              <a:gd name="connsiteY38" fmla="*/ 4947569 h 5143500"/>
              <a:gd name="connsiteX39" fmla="*/ 924870 w 4572000"/>
              <a:gd name="connsiteY39" fmla="*/ 4947419 h 5143500"/>
              <a:gd name="connsiteX40" fmla="*/ 967554 w 4572000"/>
              <a:gd name="connsiteY40" fmla="*/ 4877877 h 5143500"/>
              <a:gd name="connsiteX41" fmla="*/ 924009 w 4572000"/>
              <a:gd name="connsiteY41" fmla="*/ 4808342 h 5143500"/>
              <a:gd name="connsiteX42" fmla="*/ 922788 w 4572000"/>
              <a:gd name="connsiteY42" fmla="*/ 4808122 h 5143500"/>
              <a:gd name="connsiteX43" fmla="*/ 922738 w 4572000"/>
              <a:gd name="connsiteY43" fmla="*/ 4808088 h 5143500"/>
              <a:gd name="connsiteX44" fmla="*/ 891921 w 4572000"/>
              <a:gd name="connsiteY44" fmla="*/ 4802455 h 5143500"/>
              <a:gd name="connsiteX45" fmla="*/ 725444 w 4572000"/>
              <a:gd name="connsiteY45" fmla="*/ 4802455 h 5143500"/>
              <a:gd name="connsiteX46" fmla="*/ 667046 w 4572000"/>
              <a:gd name="connsiteY46" fmla="*/ 4812907 h 5143500"/>
              <a:gd name="connsiteX47" fmla="*/ 666934 w 4572000"/>
              <a:gd name="connsiteY47" fmla="*/ 4813086 h 5143500"/>
              <a:gd name="connsiteX48" fmla="*/ 666651 w 4572000"/>
              <a:gd name="connsiteY48" fmla="*/ 4813136 h 5143500"/>
              <a:gd name="connsiteX49" fmla="*/ 659335 w 4572000"/>
              <a:gd name="connsiteY49" fmla="*/ 4824699 h 5143500"/>
              <a:gd name="connsiteX50" fmla="*/ 659335 w 4572000"/>
              <a:gd name="connsiteY50" fmla="*/ 4944348 h 5143500"/>
              <a:gd name="connsiteX51" fmla="*/ 659778 w 4572000"/>
              <a:gd name="connsiteY51" fmla="*/ 4944785 h 5143500"/>
              <a:gd name="connsiteX52" fmla="*/ 659778 w 4572000"/>
              <a:gd name="connsiteY52" fmla="*/ 4944812 h 5143500"/>
              <a:gd name="connsiteX53" fmla="*/ 665594 w 4572000"/>
              <a:gd name="connsiteY53" fmla="*/ 4950628 h 5143500"/>
              <a:gd name="connsiteX54" fmla="*/ 691737 w 4572000"/>
              <a:gd name="connsiteY54" fmla="*/ 4950628 h 5143500"/>
              <a:gd name="connsiteX55" fmla="*/ 697553 w 4572000"/>
              <a:gd name="connsiteY55" fmla="*/ 4944812 h 5143500"/>
              <a:gd name="connsiteX56" fmla="*/ 697553 w 4572000"/>
              <a:gd name="connsiteY56" fmla="*/ 4847194 h 5143500"/>
              <a:gd name="connsiteX57" fmla="*/ 704449 w 4572000"/>
              <a:gd name="connsiteY57" fmla="*/ 4839717 h 5143500"/>
              <a:gd name="connsiteX58" fmla="*/ 726010 w 4572000"/>
              <a:gd name="connsiteY58" fmla="*/ 4837419 h 5143500"/>
              <a:gd name="connsiteX59" fmla="*/ 746014 w 4572000"/>
              <a:gd name="connsiteY59" fmla="*/ 4843168 h 5143500"/>
              <a:gd name="connsiteX60" fmla="*/ 754203 w 4572000"/>
              <a:gd name="connsiteY60" fmla="*/ 4862009 h 5143500"/>
              <a:gd name="connsiteX61" fmla="*/ 754203 w 4572000"/>
              <a:gd name="connsiteY61" fmla="*/ 4944812 h 5143500"/>
              <a:gd name="connsiteX62" fmla="*/ 760019 w 4572000"/>
              <a:gd name="connsiteY62" fmla="*/ 4950628 h 5143500"/>
              <a:gd name="connsiteX63" fmla="*/ 786161 w 4572000"/>
              <a:gd name="connsiteY63" fmla="*/ 4950628 h 5143500"/>
              <a:gd name="connsiteX64" fmla="*/ 791977 w 4572000"/>
              <a:gd name="connsiteY64" fmla="*/ 4944812 h 5143500"/>
              <a:gd name="connsiteX65" fmla="*/ 791977 w 4572000"/>
              <a:gd name="connsiteY65" fmla="*/ 4944762 h 5143500"/>
              <a:gd name="connsiteX66" fmla="*/ 792396 w 4572000"/>
              <a:gd name="connsiteY66" fmla="*/ 4944348 h 5143500"/>
              <a:gd name="connsiteX67" fmla="*/ 792396 w 4572000"/>
              <a:gd name="connsiteY67" fmla="*/ 4857065 h 5143500"/>
              <a:gd name="connsiteX68" fmla="*/ 775798 w 4572000"/>
              <a:gd name="connsiteY68" fmla="*/ 4816682 h 5143500"/>
              <a:gd name="connsiteX69" fmla="*/ 775550 w 4572000"/>
              <a:gd name="connsiteY69" fmla="*/ 4816558 h 5143500"/>
              <a:gd name="connsiteX70" fmla="*/ 775487 w 4572000"/>
              <a:gd name="connsiteY70" fmla="*/ 4816471 h 5143500"/>
              <a:gd name="connsiteX71" fmla="*/ 725444 w 4572000"/>
              <a:gd name="connsiteY71" fmla="*/ 4802455 h 5143500"/>
              <a:gd name="connsiteX72" fmla="*/ 559835 w 4572000"/>
              <a:gd name="connsiteY72" fmla="*/ 4802455 h 5143500"/>
              <a:gd name="connsiteX73" fmla="*/ 529663 w 4572000"/>
              <a:gd name="connsiteY73" fmla="*/ 4807762 h 5143500"/>
              <a:gd name="connsiteX74" fmla="*/ 529596 w 4572000"/>
              <a:gd name="connsiteY74" fmla="*/ 4807805 h 5143500"/>
              <a:gd name="connsiteX75" fmla="*/ 528373 w 4572000"/>
              <a:gd name="connsiteY75" fmla="*/ 4808018 h 5143500"/>
              <a:gd name="connsiteX76" fmla="*/ 483587 w 4572000"/>
              <a:gd name="connsiteY76" fmla="*/ 4877877 h 5143500"/>
              <a:gd name="connsiteX77" fmla="*/ 526397 w 4572000"/>
              <a:gd name="connsiteY77" fmla="*/ 4947825 h 5143500"/>
              <a:gd name="connsiteX78" fmla="*/ 527143 w 4572000"/>
              <a:gd name="connsiteY78" fmla="*/ 4947947 h 5143500"/>
              <a:gd name="connsiteX79" fmla="*/ 527701 w 4572000"/>
              <a:gd name="connsiteY79" fmla="*/ 4948307 h 5143500"/>
              <a:gd name="connsiteX80" fmla="*/ 559257 w 4572000"/>
              <a:gd name="connsiteY80" fmla="*/ 4953533 h 5143500"/>
              <a:gd name="connsiteX81" fmla="*/ 617069 w 4572000"/>
              <a:gd name="connsiteY81" fmla="*/ 4941908 h 5143500"/>
              <a:gd name="connsiteX82" fmla="*/ 624338 w 4572000"/>
              <a:gd name="connsiteY82" fmla="*/ 4930284 h 5143500"/>
              <a:gd name="connsiteX83" fmla="*/ 624338 w 4572000"/>
              <a:gd name="connsiteY83" fmla="*/ 4824821 h 5143500"/>
              <a:gd name="connsiteX84" fmla="*/ 617069 w 4572000"/>
              <a:gd name="connsiteY84" fmla="*/ 4813204 h 5143500"/>
              <a:gd name="connsiteX85" fmla="*/ 559835 w 4572000"/>
              <a:gd name="connsiteY85" fmla="*/ 4802455 h 5143500"/>
              <a:gd name="connsiteX86" fmla="*/ 398012 w 4572000"/>
              <a:gd name="connsiteY86" fmla="*/ 4801292 h 5143500"/>
              <a:gd name="connsiteX87" fmla="*/ 396528 w 4572000"/>
              <a:gd name="connsiteY87" fmla="*/ 4801750 h 5143500"/>
              <a:gd name="connsiteX88" fmla="*/ 395863 w 4572000"/>
              <a:gd name="connsiteY88" fmla="*/ 4801582 h 5143500"/>
              <a:gd name="connsiteX89" fmla="*/ 331528 w 4572000"/>
              <a:gd name="connsiteY89" fmla="*/ 4853603 h 5143500"/>
              <a:gd name="connsiteX90" fmla="*/ 425688 w 4572000"/>
              <a:gd name="connsiteY90" fmla="*/ 4933656 h 5143500"/>
              <a:gd name="connsiteX91" fmla="*/ 423937 w 4572000"/>
              <a:gd name="connsiteY91" fmla="*/ 4944348 h 5143500"/>
              <a:gd name="connsiteX92" fmla="*/ 423646 w 4572000"/>
              <a:gd name="connsiteY92" fmla="*/ 4946089 h 5143500"/>
              <a:gd name="connsiteX93" fmla="*/ 428030 w 4572000"/>
              <a:gd name="connsiteY93" fmla="*/ 4950134 h 5143500"/>
              <a:gd name="connsiteX94" fmla="*/ 429441 w 4572000"/>
              <a:gd name="connsiteY94" fmla="*/ 4950134 h 5143500"/>
              <a:gd name="connsiteX95" fmla="*/ 429970 w 4572000"/>
              <a:gd name="connsiteY95" fmla="*/ 4950628 h 5143500"/>
              <a:gd name="connsiteX96" fmla="*/ 456122 w 4572000"/>
              <a:gd name="connsiteY96" fmla="*/ 4950628 h 5143500"/>
              <a:gd name="connsiteX97" fmla="*/ 463669 w 4572000"/>
              <a:gd name="connsiteY97" fmla="*/ 4944812 h 5143500"/>
              <a:gd name="connsiteX98" fmla="*/ 465995 w 4572000"/>
              <a:gd name="connsiteY98" fmla="*/ 4928255 h 5143500"/>
              <a:gd name="connsiteX99" fmla="*/ 372446 w 4572000"/>
              <a:gd name="connsiteY99" fmla="*/ 4850972 h 5143500"/>
              <a:gd name="connsiteX100" fmla="*/ 378875 w 4572000"/>
              <a:gd name="connsiteY100" fmla="*/ 4840371 h 5143500"/>
              <a:gd name="connsiteX101" fmla="*/ 395405 w 4572000"/>
              <a:gd name="connsiteY101" fmla="*/ 4836760 h 5143500"/>
              <a:gd name="connsiteX102" fmla="*/ 438849 w 4572000"/>
              <a:gd name="connsiteY102" fmla="*/ 4849557 h 5143500"/>
              <a:gd name="connsiteX103" fmla="*/ 443233 w 4572000"/>
              <a:gd name="connsiteY103" fmla="*/ 4850714 h 5143500"/>
              <a:gd name="connsiteX104" fmla="*/ 443816 w 4572000"/>
              <a:gd name="connsiteY104" fmla="*/ 4850348 h 5143500"/>
              <a:gd name="connsiteX105" fmla="*/ 445075 w 4572000"/>
              <a:gd name="connsiteY105" fmla="*/ 4850684 h 5143500"/>
              <a:gd name="connsiteX106" fmla="*/ 451468 w 4572000"/>
              <a:gd name="connsiteY106" fmla="*/ 4846616 h 5143500"/>
              <a:gd name="connsiteX107" fmla="*/ 460477 w 4572000"/>
              <a:gd name="connsiteY107" fmla="*/ 4827435 h 5143500"/>
              <a:gd name="connsiteX108" fmla="*/ 461640 w 4572000"/>
              <a:gd name="connsiteY108" fmla="*/ 4822502 h 5143500"/>
              <a:gd name="connsiteX109" fmla="*/ 458151 w 4572000"/>
              <a:gd name="connsiteY109" fmla="*/ 4816686 h 5143500"/>
              <a:gd name="connsiteX110" fmla="*/ 398012 w 4572000"/>
              <a:gd name="connsiteY110" fmla="*/ 4801292 h 5143500"/>
              <a:gd name="connsiteX111" fmla="*/ 1053744 w 4572000"/>
              <a:gd name="connsiteY111" fmla="*/ 4747249 h 5143500"/>
              <a:gd name="connsiteX112" fmla="*/ 994182 w 4572000"/>
              <a:gd name="connsiteY112" fmla="*/ 4808264 h 5143500"/>
              <a:gd name="connsiteX113" fmla="*/ 994182 w 4572000"/>
              <a:gd name="connsiteY113" fmla="*/ 4944812 h 5143500"/>
              <a:gd name="connsiteX114" fmla="*/ 999998 w 4572000"/>
              <a:gd name="connsiteY114" fmla="*/ 4950628 h 5143500"/>
              <a:gd name="connsiteX115" fmla="*/ 1025852 w 4572000"/>
              <a:gd name="connsiteY115" fmla="*/ 4950628 h 5143500"/>
              <a:gd name="connsiteX116" fmla="*/ 1026345 w 4572000"/>
              <a:gd name="connsiteY116" fmla="*/ 4950134 h 5143500"/>
              <a:gd name="connsiteX117" fmla="*/ 1027795 w 4572000"/>
              <a:gd name="connsiteY117" fmla="*/ 4950134 h 5143500"/>
              <a:gd name="connsiteX118" fmla="*/ 1033640 w 4572000"/>
              <a:gd name="connsiteY118" fmla="*/ 4944348 h 5143500"/>
              <a:gd name="connsiteX119" fmla="*/ 1033640 w 4572000"/>
              <a:gd name="connsiteY119" fmla="*/ 4837419 h 5143500"/>
              <a:gd name="connsiteX120" fmla="*/ 1070781 w 4572000"/>
              <a:gd name="connsiteY120" fmla="*/ 4837419 h 5143500"/>
              <a:gd name="connsiteX121" fmla="*/ 1076626 w 4572000"/>
              <a:gd name="connsiteY121" fmla="*/ 4831634 h 5143500"/>
              <a:gd name="connsiteX122" fmla="*/ 1076626 w 4572000"/>
              <a:gd name="connsiteY122" fmla="*/ 4811692 h 5143500"/>
              <a:gd name="connsiteX123" fmla="*/ 1070781 w 4572000"/>
              <a:gd name="connsiteY123" fmla="*/ 4805627 h 5143500"/>
              <a:gd name="connsiteX124" fmla="*/ 1068815 w 4572000"/>
              <a:gd name="connsiteY124" fmla="*/ 4805627 h 5143500"/>
              <a:gd name="connsiteX125" fmla="*/ 1068560 w 4572000"/>
              <a:gd name="connsiteY125" fmla="*/ 4805359 h 5143500"/>
              <a:gd name="connsiteX126" fmla="*/ 1033640 w 4572000"/>
              <a:gd name="connsiteY126" fmla="*/ 4805359 h 5143500"/>
              <a:gd name="connsiteX127" fmla="*/ 1033640 w 4572000"/>
              <a:gd name="connsiteY127" fmla="*/ 4802443 h 5143500"/>
              <a:gd name="connsiteX128" fmla="*/ 1056749 w 4572000"/>
              <a:gd name="connsiteY128" fmla="*/ 4778457 h 5143500"/>
              <a:gd name="connsiteX129" fmla="*/ 1071072 w 4572000"/>
              <a:gd name="connsiteY129" fmla="*/ 4779901 h 5143500"/>
              <a:gd name="connsiteX130" fmla="*/ 1076626 w 4572000"/>
              <a:gd name="connsiteY130" fmla="*/ 4774411 h 5143500"/>
              <a:gd name="connsiteX131" fmla="*/ 1079557 w 4572000"/>
              <a:gd name="connsiteY131" fmla="*/ 4759385 h 5143500"/>
              <a:gd name="connsiteX132" fmla="*/ 1080138 w 4572000"/>
              <a:gd name="connsiteY132" fmla="*/ 4755627 h 5143500"/>
              <a:gd name="connsiteX133" fmla="*/ 1074293 w 4572000"/>
              <a:gd name="connsiteY133" fmla="*/ 4749848 h 5143500"/>
              <a:gd name="connsiteX134" fmla="*/ 1072405 w 4572000"/>
              <a:gd name="connsiteY134" fmla="*/ 4749641 h 5143500"/>
              <a:gd name="connsiteX135" fmla="*/ 1072049 w 4572000"/>
              <a:gd name="connsiteY135" fmla="*/ 4749285 h 5143500"/>
              <a:gd name="connsiteX136" fmla="*/ 1053744 w 4572000"/>
              <a:gd name="connsiteY136" fmla="*/ 4747249 h 5143500"/>
              <a:gd name="connsiteX137" fmla="*/ 1115152 w 4572000"/>
              <a:gd name="connsiteY137" fmla="*/ 4747131 h 5143500"/>
              <a:gd name="connsiteX138" fmla="*/ 1095105 w 4572000"/>
              <a:gd name="connsiteY138" fmla="*/ 4767478 h 5143500"/>
              <a:gd name="connsiteX139" fmla="*/ 1116018 w 4572000"/>
              <a:gd name="connsiteY139" fmla="*/ 4787818 h 5143500"/>
              <a:gd name="connsiteX140" fmla="*/ 1136066 w 4572000"/>
              <a:gd name="connsiteY140" fmla="*/ 4767481 h 5143500"/>
              <a:gd name="connsiteX141" fmla="*/ 1115152 w 4572000"/>
              <a:gd name="connsiteY141" fmla="*/ 4747131 h 5143500"/>
              <a:gd name="connsiteX142" fmla="*/ 0 w 4572000"/>
              <a:gd name="connsiteY142" fmla="*/ 0 h 5143500"/>
              <a:gd name="connsiteX143" fmla="*/ 4572000 w 4572000"/>
              <a:gd name="connsiteY143" fmla="*/ 0 h 5143500"/>
              <a:gd name="connsiteX144" fmla="*/ 4572000 w 4572000"/>
              <a:gd name="connsiteY144" fmla="*/ 5143500 h 5143500"/>
              <a:gd name="connsiteX145" fmla="*/ 0 w 4572000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4572000" h="5143500">
                <a:moveTo>
                  <a:pt x="351364" y="4913481"/>
                </a:moveTo>
                <a:cubicBezTo>
                  <a:pt x="339457" y="4913486"/>
                  <a:pt x="331613" y="4921037"/>
                  <a:pt x="331614" y="4933530"/>
                </a:cubicBezTo>
                <a:cubicBezTo>
                  <a:pt x="331609" y="4945734"/>
                  <a:pt x="339457" y="4953580"/>
                  <a:pt x="352238" y="4953582"/>
                </a:cubicBezTo>
                <a:cubicBezTo>
                  <a:pt x="364154" y="4953577"/>
                  <a:pt x="371991" y="4945737"/>
                  <a:pt x="371988" y="4933533"/>
                </a:cubicBezTo>
                <a:cubicBezTo>
                  <a:pt x="371996" y="4921039"/>
                  <a:pt x="364154" y="4913482"/>
                  <a:pt x="351364" y="4913481"/>
                </a:cubicBezTo>
                <a:close/>
                <a:moveTo>
                  <a:pt x="892594" y="4837587"/>
                </a:moveTo>
                <a:lnTo>
                  <a:pt x="917847" y="4847631"/>
                </a:lnTo>
                <a:cubicBezTo>
                  <a:pt x="924092" y="4854457"/>
                  <a:pt x="927649" y="4864625"/>
                  <a:pt x="927649" y="4877990"/>
                </a:cubicBezTo>
                <a:cubicBezTo>
                  <a:pt x="927649" y="4891355"/>
                  <a:pt x="924092" y="4901524"/>
                  <a:pt x="918101" y="4908353"/>
                </a:cubicBezTo>
                <a:lnTo>
                  <a:pt x="894867" y="4918277"/>
                </a:lnTo>
                <a:lnTo>
                  <a:pt x="868934" y="4908080"/>
                </a:lnTo>
                <a:cubicBezTo>
                  <a:pt x="862646" y="4901288"/>
                  <a:pt x="859063" y="4891172"/>
                  <a:pt x="859063" y="4877877"/>
                </a:cubicBezTo>
                <a:cubicBezTo>
                  <a:pt x="859063" y="4864582"/>
                  <a:pt x="862646" y="4854468"/>
                  <a:pt x="868679" y="4847677"/>
                </a:cubicBezTo>
                <a:close/>
                <a:moveTo>
                  <a:pt x="559058" y="4837499"/>
                </a:moveTo>
                <a:lnTo>
                  <a:pt x="578337" y="4840021"/>
                </a:lnTo>
                <a:cubicBezTo>
                  <a:pt x="583310" y="4841465"/>
                  <a:pt x="585644" y="4843483"/>
                  <a:pt x="585644" y="4847817"/>
                </a:cubicBezTo>
                <a:lnTo>
                  <a:pt x="585644" y="4907937"/>
                </a:lnTo>
                <a:cubicBezTo>
                  <a:pt x="585644" y="4912270"/>
                  <a:pt x="583310" y="4914296"/>
                  <a:pt x="578337" y="4915741"/>
                </a:cubicBezTo>
                <a:lnTo>
                  <a:pt x="558606" y="4918322"/>
                </a:lnTo>
                <a:lnTo>
                  <a:pt x="534560" y="4909442"/>
                </a:lnTo>
                <a:cubicBezTo>
                  <a:pt x="527878" y="4902976"/>
                  <a:pt x="523520" y="4892806"/>
                  <a:pt x="523520" y="4877990"/>
                </a:cubicBezTo>
                <a:cubicBezTo>
                  <a:pt x="523520" y="4863173"/>
                  <a:pt x="527878" y="4853005"/>
                  <a:pt x="534560" y="4846542"/>
                </a:cubicBezTo>
                <a:close/>
                <a:moveTo>
                  <a:pt x="1101681" y="4805359"/>
                </a:moveTo>
                <a:cubicBezTo>
                  <a:pt x="1098193" y="4805359"/>
                  <a:pt x="1095865" y="4807677"/>
                  <a:pt x="1095865" y="4811167"/>
                </a:cubicBezTo>
                <a:lnTo>
                  <a:pt x="1095865" y="4944812"/>
                </a:lnTo>
                <a:cubicBezTo>
                  <a:pt x="1095865" y="4948301"/>
                  <a:pt x="1098193" y="4950628"/>
                  <a:pt x="1101681" y="4950628"/>
                </a:cubicBezTo>
                <a:lnTo>
                  <a:pt x="1127824" y="4950628"/>
                </a:lnTo>
                <a:lnTo>
                  <a:pt x="1128318" y="4950134"/>
                </a:lnTo>
                <a:lnTo>
                  <a:pt x="1130432" y="4950134"/>
                </a:lnTo>
                <a:cubicBezTo>
                  <a:pt x="1133944" y="4950134"/>
                  <a:pt x="1136286" y="4947819"/>
                  <a:pt x="1136286" y="4944348"/>
                </a:cubicBezTo>
                <a:lnTo>
                  <a:pt x="1136286" y="4811405"/>
                </a:lnTo>
                <a:cubicBezTo>
                  <a:pt x="1136286" y="4807934"/>
                  <a:pt x="1133944" y="4805627"/>
                  <a:pt x="1130432" y="4805627"/>
                </a:cubicBezTo>
                <a:lnTo>
                  <a:pt x="1128093" y="4805627"/>
                </a:lnTo>
                <a:lnTo>
                  <a:pt x="1127824" y="4805359"/>
                </a:lnTo>
                <a:close/>
                <a:moveTo>
                  <a:pt x="891921" y="4802455"/>
                </a:moveTo>
                <a:cubicBezTo>
                  <a:pt x="848338" y="4802455"/>
                  <a:pt x="819860" y="4834118"/>
                  <a:pt x="819860" y="4877990"/>
                </a:cubicBezTo>
                <a:cubicBezTo>
                  <a:pt x="819860" y="4921862"/>
                  <a:pt x="848338" y="4953533"/>
                  <a:pt x="893950" y="4953533"/>
                </a:cubicBezTo>
                <a:cubicBezTo>
                  <a:pt x="904845" y="4953533"/>
                  <a:pt x="914796" y="4951553"/>
                  <a:pt x="923594" y="4947899"/>
                </a:cubicBezTo>
                <a:lnTo>
                  <a:pt x="924072" y="4947569"/>
                </a:lnTo>
                <a:lnTo>
                  <a:pt x="924870" y="4947419"/>
                </a:lnTo>
                <a:cubicBezTo>
                  <a:pt x="951435" y="4936512"/>
                  <a:pt x="967554" y="4910608"/>
                  <a:pt x="967554" y="4877877"/>
                </a:cubicBezTo>
                <a:cubicBezTo>
                  <a:pt x="967554" y="4845146"/>
                  <a:pt x="951435" y="4819246"/>
                  <a:pt x="924009" y="4808342"/>
                </a:cubicBezTo>
                <a:lnTo>
                  <a:pt x="922788" y="4808122"/>
                </a:lnTo>
                <a:lnTo>
                  <a:pt x="922738" y="4808088"/>
                </a:lnTo>
                <a:cubicBezTo>
                  <a:pt x="913655" y="4804434"/>
                  <a:pt x="903323" y="4802455"/>
                  <a:pt x="891921" y="4802455"/>
                </a:cubicBezTo>
                <a:close/>
                <a:moveTo>
                  <a:pt x="725444" y="4802455"/>
                </a:moveTo>
                <a:cubicBezTo>
                  <a:pt x="708302" y="4802455"/>
                  <a:pt x="688256" y="4805359"/>
                  <a:pt x="667046" y="4812907"/>
                </a:cubicBezTo>
                <a:lnTo>
                  <a:pt x="666934" y="4813086"/>
                </a:lnTo>
                <a:lnTo>
                  <a:pt x="666651" y="4813136"/>
                </a:lnTo>
                <a:cubicBezTo>
                  <a:pt x="662557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8" y="4944785"/>
                </a:lnTo>
                <a:lnTo>
                  <a:pt x="659778" y="4944812"/>
                </a:lnTo>
                <a:cubicBezTo>
                  <a:pt x="659778" y="4948301"/>
                  <a:pt x="662104" y="4950628"/>
                  <a:pt x="665594" y="4950628"/>
                </a:cubicBezTo>
                <a:lnTo>
                  <a:pt x="691737" y="4950628"/>
                </a:lnTo>
                <a:cubicBezTo>
                  <a:pt x="695226" y="4950628"/>
                  <a:pt x="697553" y="4948301"/>
                  <a:pt x="697553" y="4944812"/>
                </a:cubicBezTo>
                <a:lnTo>
                  <a:pt x="697553" y="4847194"/>
                </a:lnTo>
                <a:lnTo>
                  <a:pt x="704449" y="4839717"/>
                </a:lnTo>
                <a:lnTo>
                  <a:pt x="726010" y="4837419"/>
                </a:lnTo>
                <a:lnTo>
                  <a:pt x="746014" y="4843168"/>
                </a:lnTo>
                <a:lnTo>
                  <a:pt x="754203" y="4862009"/>
                </a:lnTo>
                <a:lnTo>
                  <a:pt x="754203" y="4944812"/>
                </a:lnTo>
                <a:cubicBezTo>
                  <a:pt x="754203" y="4948301"/>
                  <a:pt x="756529" y="4950628"/>
                  <a:pt x="760019" y="4950628"/>
                </a:cubicBezTo>
                <a:lnTo>
                  <a:pt x="786161" y="4950628"/>
                </a:lnTo>
                <a:cubicBezTo>
                  <a:pt x="789651" y="4950628"/>
                  <a:pt x="791977" y="4948301"/>
                  <a:pt x="791977" y="4944812"/>
                </a:cubicBezTo>
                <a:lnTo>
                  <a:pt x="791977" y="4944762"/>
                </a:lnTo>
                <a:lnTo>
                  <a:pt x="792396" y="4944348"/>
                </a:lnTo>
                <a:lnTo>
                  <a:pt x="792396" y="4857065"/>
                </a:lnTo>
                <a:cubicBezTo>
                  <a:pt x="792396" y="4839438"/>
                  <a:pt x="786911" y="4825856"/>
                  <a:pt x="775798" y="4816682"/>
                </a:cubicBezTo>
                <a:lnTo>
                  <a:pt x="775550" y="4816558"/>
                </a:lnTo>
                <a:lnTo>
                  <a:pt x="775487" y="4816471"/>
                </a:lnTo>
                <a:cubicBezTo>
                  <a:pt x="764446" y="4807248"/>
                  <a:pt x="747813" y="4802455"/>
                  <a:pt x="725444" y="4802455"/>
                </a:cubicBezTo>
                <a:close/>
                <a:moveTo>
                  <a:pt x="559835" y="4802455"/>
                </a:moveTo>
                <a:cubicBezTo>
                  <a:pt x="548869" y="4802455"/>
                  <a:pt x="538720" y="4804289"/>
                  <a:pt x="529663" y="4807762"/>
                </a:cubicBezTo>
                <a:lnTo>
                  <a:pt x="529596" y="4807805"/>
                </a:lnTo>
                <a:lnTo>
                  <a:pt x="528373" y="4808018"/>
                </a:lnTo>
                <a:cubicBezTo>
                  <a:pt x="501027" y="4818381"/>
                  <a:pt x="483587" y="4843416"/>
                  <a:pt x="483587" y="4877877"/>
                </a:cubicBezTo>
                <a:cubicBezTo>
                  <a:pt x="483587" y="4912775"/>
                  <a:pt x="498720" y="4937596"/>
                  <a:pt x="526397" y="4947825"/>
                </a:cubicBezTo>
                <a:lnTo>
                  <a:pt x="527143" y="4947947"/>
                </a:lnTo>
                <a:lnTo>
                  <a:pt x="527701" y="4948307"/>
                </a:lnTo>
                <a:cubicBezTo>
                  <a:pt x="536867" y="4951735"/>
                  <a:pt x="547417" y="4953533"/>
                  <a:pt x="559257" y="4953533"/>
                </a:cubicBezTo>
                <a:cubicBezTo>
                  <a:pt x="578429" y="4953533"/>
                  <a:pt x="597023" y="4950331"/>
                  <a:pt x="617069" y="4941908"/>
                </a:cubicBezTo>
                <a:cubicBezTo>
                  <a:pt x="621723" y="4939879"/>
                  <a:pt x="624338" y="4936678"/>
                  <a:pt x="624338" y="4930284"/>
                </a:cubicBezTo>
                <a:lnTo>
                  <a:pt x="624338" y="4824821"/>
                </a:lnTo>
                <a:cubicBezTo>
                  <a:pt x="624338" y="4818138"/>
                  <a:pt x="621723" y="4814946"/>
                  <a:pt x="617069" y="4813204"/>
                </a:cubicBezTo>
                <a:cubicBezTo>
                  <a:pt x="597898" y="4805936"/>
                  <a:pt x="579880" y="4802455"/>
                  <a:pt x="559835" y="4802455"/>
                </a:cubicBezTo>
                <a:close/>
                <a:moveTo>
                  <a:pt x="398012" y="4801292"/>
                </a:moveTo>
                <a:lnTo>
                  <a:pt x="396528" y="4801750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7" y="4940590"/>
                  <a:pt x="423937" y="4944348"/>
                </a:cubicBezTo>
                <a:cubicBezTo>
                  <a:pt x="423646" y="4944931"/>
                  <a:pt x="423646" y="4945505"/>
                  <a:pt x="423646" y="4946089"/>
                </a:cubicBezTo>
                <a:cubicBezTo>
                  <a:pt x="423646" y="4948394"/>
                  <a:pt x="425107" y="4950134"/>
                  <a:pt x="428030" y="4950134"/>
                </a:cubicBezTo>
                <a:lnTo>
                  <a:pt x="429441" y="4950134"/>
                </a:lnTo>
                <a:lnTo>
                  <a:pt x="429970" y="4950628"/>
                </a:lnTo>
                <a:lnTo>
                  <a:pt x="456122" y="4950628"/>
                </a:lnTo>
                <a:cubicBezTo>
                  <a:pt x="460477" y="4950628"/>
                  <a:pt x="462217" y="4949176"/>
                  <a:pt x="463669" y="4944812"/>
                </a:cubicBezTo>
                <a:cubicBezTo>
                  <a:pt x="465419" y="4939879"/>
                  <a:pt x="465995" y="4933196"/>
                  <a:pt x="465995" y="4928255"/>
                </a:cubicBezTo>
                <a:cubicBezTo>
                  <a:pt x="465995" y="4862299"/>
                  <a:pt x="372446" y="4878177"/>
                  <a:pt x="372446" y="4850972"/>
                </a:cubicBezTo>
                <a:cubicBezTo>
                  <a:pt x="372446" y="4846523"/>
                  <a:pt x="374698" y="4842891"/>
                  <a:pt x="378875" y="4840371"/>
                </a:cubicBezTo>
                <a:lnTo>
                  <a:pt x="395405" y="4836760"/>
                </a:lnTo>
                <a:lnTo>
                  <a:pt x="438849" y="4849557"/>
                </a:lnTo>
                <a:cubicBezTo>
                  <a:pt x="440310" y="4850418"/>
                  <a:pt x="441772" y="4850714"/>
                  <a:pt x="443233" y="4850714"/>
                </a:cubicBezTo>
                <a:lnTo>
                  <a:pt x="443816" y="4850348"/>
                </a:lnTo>
                <a:lnTo>
                  <a:pt x="445075" y="4850684"/>
                </a:lnTo>
                <a:cubicBezTo>
                  <a:pt x="447690" y="4850684"/>
                  <a:pt x="450306" y="4849231"/>
                  <a:pt x="451468" y="4846616"/>
                </a:cubicBezTo>
                <a:lnTo>
                  <a:pt x="460477" y="4827435"/>
                </a:lnTo>
                <a:cubicBezTo>
                  <a:pt x="461318" y="4825652"/>
                  <a:pt x="461640" y="4823954"/>
                  <a:pt x="461640" y="4822502"/>
                </a:cubicBezTo>
                <a:cubicBezTo>
                  <a:pt x="461640" y="4820176"/>
                  <a:pt x="460486" y="4817858"/>
                  <a:pt x="458151" y="4816686"/>
                </a:cubicBezTo>
                <a:cubicBezTo>
                  <a:pt x="440142" y="4806226"/>
                  <a:pt x="418636" y="4801292"/>
                  <a:pt x="398012" y="4801292"/>
                </a:cubicBezTo>
                <a:close/>
                <a:moveTo>
                  <a:pt x="1053744" y="4747249"/>
                </a:moveTo>
                <a:cubicBezTo>
                  <a:pt x="1017718" y="4747249"/>
                  <a:pt x="994182" y="4766420"/>
                  <a:pt x="994182" y="4808264"/>
                </a:cubicBezTo>
                <a:lnTo>
                  <a:pt x="994182" y="4944812"/>
                </a:lnTo>
                <a:cubicBezTo>
                  <a:pt x="994182" y="4948301"/>
                  <a:pt x="996508" y="4950628"/>
                  <a:pt x="999998" y="4950628"/>
                </a:cubicBezTo>
                <a:lnTo>
                  <a:pt x="1025852" y="4950628"/>
                </a:lnTo>
                <a:lnTo>
                  <a:pt x="1026345" y="4950134"/>
                </a:lnTo>
                <a:lnTo>
                  <a:pt x="1027795" y="4950134"/>
                </a:lnTo>
                <a:cubicBezTo>
                  <a:pt x="1031307" y="4950134"/>
                  <a:pt x="1033640" y="4947819"/>
                  <a:pt x="1033640" y="4944348"/>
                </a:cubicBezTo>
                <a:lnTo>
                  <a:pt x="1033640" y="4837419"/>
                </a:lnTo>
                <a:lnTo>
                  <a:pt x="1070781" y="4837419"/>
                </a:lnTo>
                <a:cubicBezTo>
                  <a:pt x="1074584" y="4837419"/>
                  <a:pt x="1076626" y="4835105"/>
                  <a:pt x="1076626" y="4831634"/>
                </a:cubicBezTo>
                <a:lnTo>
                  <a:pt x="1076626" y="4811692"/>
                </a:lnTo>
                <a:cubicBezTo>
                  <a:pt x="1076626" y="4807934"/>
                  <a:pt x="1074584" y="4805627"/>
                  <a:pt x="1070781" y="4805627"/>
                </a:cubicBezTo>
                <a:lnTo>
                  <a:pt x="1068815" y="4805627"/>
                </a:lnTo>
                <a:lnTo>
                  <a:pt x="1068560" y="4805359"/>
                </a:lnTo>
                <a:lnTo>
                  <a:pt x="1033640" y="4805359"/>
                </a:lnTo>
                <a:lnTo>
                  <a:pt x="1033640" y="4802443"/>
                </a:lnTo>
                <a:cubicBezTo>
                  <a:pt x="1033640" y="4786548"/>
                  <a:pt x="1040664" y="4778457"/>
                  <a:pt x="1056749" y="4778457"/>
                </a:cubicBezTo>
                <a:cubicBezTo>
                  <a:pt x="1062594" y="4778457"/>
                  <a:pt x="1068893" y="4779901"/>
                  <a:pt x="1071072" y="4779901"/>
                </a:cubicBezTo>
                <a:cubicBezTo>
                  <a:pt x="1074584" y="4779901"/>
                  <a:pt x="1076046" y="4777882"/>
                  <a:pt x="1076626" y="4774411"/>
                </a:cubicBezTo>
                <a:lnTo>
                  <a:pt x="1079557" y="4759385"/>
                </a:lnTo>
                <a:cubicBezTo>
                  <a:pt x="1079814" y="4758050"/>
                  <a:pt x="1080138" y="4756876"/>
                  <a:pt x="1080138" y="4755627"/>
                </a:cubicBezTo>
                <a:cubicBezTo>
                  <a:pt x="1080138" y="4752417"/>
                  <a:pt x="1078387" y="4750711"/>
                  <a:pt x="1074293" y="4749848"/>
                </a:cubicBezTo>
                <a:lnTo>
                  <a:pt x="1072405" y="4749641"/>
                </a:lnTo>
                <a:lnTo>
                  <a:pt x="1072049" y="4749285"/>
                </a:lnTo>
                <a:cubicBezTo>
                  <a:pt x="1066233" y="4747834"/>
                  <a:pt x="1059942" y="4747249"/>
                  <a:pt x="1053744" y="4747249"/>
                </a:cubicBezTo>
                <a:close/>
                <a:moveTo>
                  <a:pt x="1115152" y="4747131"/>
                </a:moveTo>
                <a:cubicBezTo>
                  <a:pt x="1102948" y="4747139"/>
                  <a:pt x="1095102" y="4754688"/>
                  <a:pt x="1095105" y="4767478"/>
                </a:cubicBezTo>
                <a:cubicBezTo>
                  <a:pt x="1095102" y="4779971"/>
                  <a:pt x="1102948" y="4787811"/>
                  <a:pt x="1116018" y="4787818"/>
                </a:cubicBezTo>
                <a:cubicBezTo>
                  <a:pt x="1127933" y="4787817"/>
                  <a:pt x="1136071" y="4779974"/>
                  <a:pt x="1136066" y="4767481"/>
                </a:cubicBezTo>
                <a:cubicBezTo>
                  <a:pt x="1136071" y="4754690"/>
                  <a:pt x="1127933" y="4747137"/>
                  <a:pt x="1115152" y="4747131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2" name="Espace réservé du graphique SmartArt 11">
            <a:extLst>
              <a:ext uri="{FF2B5EF4-FFF2-40B4-BE49-F238E27FC236}">
                <a16:creationId xmlns:a16="http://schemas.microsoft.com/office/drawing/2014/main" id="{0F580B26-21D6-4630-AE3D-FB359C1C883E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216310" y="1901915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16B17374-481A-4CE6-8974-CA84865A03CA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216310" y="4860087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1748CB09-B51F-4AC1-A908-AF052BFFAB5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internal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8E44FC-CC99-479F-B667-CC0B04AA1BE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5">
            <a:extLst>
              <a:ext uri="{FF2B5EF4-FFF2-40B4-BE49-F238E27FC236}">
                <a16:creationId xmlns:a16="http://schemas.microsoft.com/office/drawing/2014/main" id="{013E5883-7FD1-4C44-9ADB-EE49A08914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06603" y="2500884"/>
            <a:ext cx="4103397" cy="973837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32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EF5BFE2C-3893-4574-8E43-0A06788709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06603" y="3490417"/>
            <a:ext cx="4103397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3333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3333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E331AD24-1AAB-440A-917D-3BB2B9658D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06603" y="4113499"/>
            <a:ext cx="4103397" cy="331244"/>
          </a:xfrm>
        </p:spPr>
        <p:txBody>
          <a:bodyPr anchor="t">
            <a:noAutofit/>
          </a:bodyPr>
          <a:lstStyle>
            <a:lvl1pPr marL="0" indent="0" algn="ctr">
              <a:lnSpc>
                <a:spcPct val="96000"/>
              </a:lnSpc>
              <a:spcAft>
                <a:spcPts val="1333"/>
              </a:spcAft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467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FC96125-BC0F-469E-BA75-F4F2916D50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1"/>
            <a:ext cx="11304000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7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CEC2E05F-5F9D-41D9-A40F-97C2869C7D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62400" y="0"/>
            <a:ext cx="37296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0A2CB60-A40E-44FE-B4B7-57EBEFEC0D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7647827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614E260-5FC8-4D02-8571-9C1540BB2B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1"/>
            <a:ext cx="7647827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792EA-2F40-4220-B1A0-E938F3FB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1" y="710402"/>
            <a:ext cx="7647827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C8958FB1-822C-4B2B-9E60-C0C47D904D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5" y="425183"/>
            <a:ext cx="7644453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367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7E64057C-5A6F-41C9-B888-6149A71BAD6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29FD931-0FD5-4A54-8BB1-79F5E8669C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6" y="1577579"/>
            <a:ext cx="5371001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EBA920-ED61-4542-B852-868AA9D5A0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6" y="1943801"/>
            <a:ext cx="5371001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62E878-181A-4B45-B709-990F0EC3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2" y="710402"/>
            <a:ext cx="5371001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04813340-F4EB-4657-BBC8-D1489E0614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5" y="425183"/>
            <a:ext cx="5367628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78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88BFE2C-28A1-438A-960B-E93F4C5FF58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51325" y="2077803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67A3D333-F7E4-4D2F-8B90-78E621A65AB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96001" y="2077803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4" name="Espace réservé pour une image  3">
            <a:extLst>
              <a:ext uri="{FF2B5EF4-FFF2-40B4-BE49-F238E27FC236}">
                <a16:creationId xmlns:a16="http://schemas.microsoft.com/office/drawing/2014/main" id="{D04D9ECA-57E3-42D4-AB59-AFDFC4994F9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44975" y="2439355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pour une image  3">
            <a:extLst>
              <a:ext uri="{FF2B5EF4-FFF2-40B4-BE49-F238E27FC236}">
                <a16:creationId xmlns:a16="http://schemas.microsoft.com/office/drawing/2014/main" id="{A4ACE33E-54EC-45BB-A1EF-BC5E84D636C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96002" y="2439355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3DEB9B5-F15A-466E-8080-C371BE1672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19523" y="2439356"/>
            <a:ext cx="2745600" cy="22669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3DFB714-75E9-40A1-A9E1-32341A0AB2F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068500" y="2439356"/>
            <a:ext cx="2744537" cy="22669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1CD7C0F2-9ED1-4D8C-94FB-BE336E7168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841BA8-9107-45A1-B4A7-F5FE729D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0ECD6AB6-FDA6-4E98-9559-44A7DF1F20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026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8BEDC788-81F2-409E-8CE9-FF2A15A919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2083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D96EF966-14FD-41BC-A600-7421C0981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2083" y="1584821"/>
            <a:ext cx="1379716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9C6DAE5-28F5-4BE0-9DAE-75B6B0AC9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33428" y="1519091"/>
            <a:ext cx="1178053" cy="531256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1067" cap="all" baseline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DB385219-3623-4C80-90CB-E73147176A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2083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E7DD041E-74AB-4E79-8DE2-875A9F1E7D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61999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65977EE-862D-4B7C-8337-FDC6002343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2000" y="1584821"/>
            <a:ext cx="1379715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23" name="Espace réservé pour une image  15">
            <a:extLst>
              <a:ext uri="{FF2B5EF4-FFF2-40B4-BE49-F238E27FC236}">
                <a16:creationId xmlns:a16="http://schemas.microsoft.com/office/drawing/2014/main" id="{F89C23CF-B6A6-47AA-A07B-24B1AE35C5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21915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637D886D-DA77-4D52-A839-266F7AEEBC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1916" y="1584821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6" name="Espace réservé pour une image  15">
            <a:extLst>
              <a:ext uri="{FF2B5EF4-FFF2-40B4-BE49-F238E27FC236}">
                <a16:creationId xmlns:a16="http://schemas.microsoft.com/office/drawing/2014/main" id="{4D28439E-7746-4AA1-A924-0AEC11614B8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81831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0E34842-79F1-492E-A94C-F1F0DECB7D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81832" y="1584821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3DDB0039-9DEF-41FA-9376-CCCD184F4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2083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9F3CCA0F-99FD-49EB-AD69-BB3D91D198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61999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2E47962C-C9E2-4FED-BEA8-B8A7A8DD49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61999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4F25B19E-3945-49B3-BEAB-C69BF39E230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21911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39A64BFA-75AB-499E-A131-9140B81690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721911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3B5F3F20-0254-4AB0-8E67-4CD251DE7CC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81823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1337317-15B9-4EF3-81D5-FE9D001892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381823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5114C6CE-4866-474F-BF86-38E09FF9D4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5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51B796C-D9CF-43FC-A477-86A208BBE8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6" y="1943801"/>
            <a:ext cx="2827013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C93D6-412D-42D2-B4F0-861F3AFA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2"/>
            <a:ext cx="2827447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1" name="Forme libre : forme 9">
            <a:extLst>
              <a:ext uri="{FF2B5EF4-FFF2-40B4-BE49-F238E27FC236}">
                <a16:creationId xmlns:a16="http://schemas.microsoft.com/office/drawing/2014/main" id="{F5349C85-4F38-41FC-8627-25D47DE73E7F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32" name="Graphique 7">
            <a:extLst>
              <a:ext uri="{FF2B5EF4-FFF2-40B4-BE49-F238E27FC236}">
                <a16:creationId xmlns:a16="http://schemas.microsoft.com/office/drawing/2014/main" id="{06A5D6C0-9CFB-4C86-8BD0-9B0F6C1008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40" name="Forme libre : forme 9">
              <a:extLst>
                <a:ext uri="{FF2B5EF4-FFF2-40B4-BE49-F238E27FC236}">
                  <a16:creationId xmlns:a16="http://schemas.microsoft.com/office/drawing/2014/main" id="{7570A171-087A-451D-8C88-52D822ABF6D0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1" name="Forme libre : forme 10">
              <a:extLst>
                <a:ext uri="{FF2B5EF4-FFF2-40B4-BE49-F238E27FC236}">
                  <a16:creationId xmlns:a16="http://schemas.microsoft.com/office/drawing/2014/main" id="{FC3C9097-DD6E-4680-8304-A8A8F1E97DB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5" name="Forme libre : forme 11">
              <a:extLst>
                <a:ext uri="{FF2B5EF4-FFF2-40B4-BE49-F238E27FC236}">
                  <a16:creationId xmlns:a16="http://schemas.microsoft.com/office/drawing/2014/main" id="{BDB8E9CF-D9B2-4FB3-B1A5-B96BB1FF6D5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43" name="Espace réservé du texte 5">
            <a:extLst>
              <a:ext uri="{FF2B5EF4-FFF2-40B4-BE49-F238E27FC236}">
                <a16:creationId xmlns:a16="http://schemas.microsoft.com/office/drawing/2014/main" id="{55CF6E0B-A728-4D36-84A3-9989D7D6724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33428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223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umbers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80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80" y="1577579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89" indent="-228589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5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9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3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3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7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7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1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1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CBC1E183-B986-4005-B87A-30E837CB27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5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1183799-5968-4FC4-B6D2-F8DDF1F8685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5" y="1943801"/>
            <a:ext cx="2827447" cy="42952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02384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609570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911955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0C5BA-4E6C-49B9-BC13-AE34B754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2"/>
            <a:ext cx="2827447" cy="7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6" name="Forme libre : forme 9">
            <a:extLst>
              <a:ext uri="{FF2B5EF4-FFF2-40B4-BE49-F238E27FC236}">
                <a16:creationId xmlns:a16="http://schemas.microsoft.com/office/drawing/2014/main" id="{A9C36C71-038F-4436-BBC3-96ADAFADF4C5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7" name="Graphique 7">
            <a:extLst>
              <a:ext uri="{FF2B5EF4-FFF2-40B4-BE49-F238E27FC236}">
                <a16:creationId xmlns:a16="http://schemas.microsoft.com/office/drawing/2014/main" id="{DBF91248-A888-4963-A212-5E5A4549B3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8" name="Forme libre : forme 9">
              <a:extLst>
                <a:ext uri="{FF2B5EF4-FFF2-40B4-BE49-F238E27FC236}">
                  <a16:creationId xmlns:a16="http://schemas.microsoft.com/office/drawing/2014/main" id="{68EE507B-C9A9-4C38-B6EF-2887A9778C9A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4" name="Forme libre : forme 10">
              <a:extLst>
                <a:ext uri="{FF2B5EF4-FFF2-40B4-BE49-F238E27FC236}">
                  <a16:creationId xmlns:a16="http://schemas.microsoft.com/office/drawing/2014/main" id="{AE069B0D-3A77-4024-93DE-B14818FED9C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6" name="Forme libre : forme 11">
              <a:extLst>
                <a:ext uri="{FF2B5EF4-FFF2-40B4-BE49-F238E27FC236}">
                  <a16:creationId xmlns:a16="http://schemas.microsoft.com/office/drawing/2014/main" id="{4FEF900E-F4FF-408E-9225-41DC79A3C407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5">
            <a:extLst>
              <a:ext uri="{FF2B5EF4-FFF2-40B4-BE49-F238E27FC236}">
                <a16:creationId xmlns:a16="http://schemas.microsoft.com/office/drawing/2014/main" id="{E84A8FD7-8FA2-4544-A842-D034742C4BE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033428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9656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14" name="Table Placeholder 3">
            <a:extLst>
              <a:ext uri="{FF2B5EF4-FFF2-40B4-BE49-F238E27FC236}">
                <a16:creationId xmlns:a16="http://schemas.microsoft.com/office/drawing/2014/main" id="{828EDE46-3F40-4CF0-8732-22A2312E12B6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441384" y="1942731"/>
            <a:ext cx="11304000" cy="4296292"/>
          </a:xfrm>
        </p:spPr>
        <p:txBody>
          <a:bodyPr anchor="ctr"/>
          <a:lstStyle>
            <a:lvl1pPr algn="ctr">
              <a:defRPr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307184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B46DC04F-F549-4DDB-B1AB-2032A0ED3E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467E3-1BB0-45A9-9E32-33434B3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D6189EAE-21AC-4957-96D6-8677EA9983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647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984036"/>
            <a:ext cx="9144000" cy="889928"/>
          </a:xfrm>
        </p:spPr>
        <p:txBody>
          <a:bodyPr anchor="ctr">
            <a:normAutofit/>
          </a:bodyPr>
          <a:lstStyle>
            <a:lvl1pPr algn="ctr">
              <a:defRPr sz="5333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1446" y="4346936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1446" y="2362265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8" name="Forme libre : forme 9">
            <a:extLst>
              <a:ext uri="{FF2B5EF4-FFF2-40B4-BE49-F238E27FC236}">
                <a16:creationId xmlns:a16="http://schemas.microsoft.com/office/drawing/2014/main" id="{9BDDF620-0779-479D-AEB4-C14EF8564C01}"/>
              </a:ext>
            </a:extLst>
          </p:cNvPr>
          <p:cNvSpPr>
            <a:spLocks noChangeAspect="1"/>
          </p:cNvSpPr>
          <p:nvPr userDrawn="1"/>
        </p:nvSpPr>
        <p:spPr>
          <a:xfrm>
            <a:off x="5559496" y="6014679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1" name="Graphique 7">
            <a:extLst>
              <a:ext uri="{FF2B5EF4-FFF2-40B4-BE49-F238E27FC236}">
                <a16:creationId xmlns:a16="http://schemas.microsoft.com/office/drawing/2014/main" id="{CCF15C7E-6A99-4286-A9D8-5CFB7F6C2F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60064" y="6013891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2" name="Forme libre : forme 9">
              <a:extLst>
                <a:ext uri="{FF2B5EF4-FFF2-40B4-BE49-F238E27FC236}">
                  <a16:creationId xmlns:a16="http://schemas.microsoft.com/office/drawing/2014/main" id="{6694094C-70CE-4AC8-A396-70F4CAC44E42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3" name="Forme libre : forme 10">
              <a:extLst>
                <a:ext uri="{FF2B5EF4-FFF2-40B4-BE49-F238E27FC236}">
                  <a16:creationId xmlns:a16="http://schemas.microsoft.com/office/drawing/2014/main" id="{F0CC9C0D-B090-476A-A414-384A1818254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4" name="Forme libre : forme 11">
              <a:extLst>
                <a:ext uri="{FF2B5EF4-FFF2-40B4-BE49-F238E27FC236}">
                  <a16:creationId xmlns:a16="http://schemas.microsoft.com/office/drawing/2014/main" id="{6DE4ADDB-0CA9-4651-BF0C-18EF0C881B3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3206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89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FC96125-BC0F-469E-BA75-F4F2916D50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22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2"/>
            <a:ext cx="11304000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80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05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E4195D0-11AF-4E0B-B8CD-EE570772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528917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86" imgH="286" progId="TCLayout.ActiveDocument.1">
                  <p:embed/>
                </p:oleObj>
              </mc:Choice>
              <mc:Fallback>
                <p:oleObj name="Diapositive think-cell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E4195D0-11AF-4E0B-B8CD-EE570772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600" y="2085629"/>
            <a:ext cx="11313600" cy="40891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6" y="3922497"/>
            <a:ext cx="5133975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3926EB-2B37-454A-B0EC-AF2AA187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9833097" y="3806183"/>
            <a:ext cx="4336123" cy="16401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  <a:t>The elements and propositions included in this document are only work hypotheses. Any Decision which might impact current</a:t>
            </a:r>
            <a:b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  <a:t>organization structure will be taken according to legal and social procedures in place.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7D58-8C06-8CF8-5900-778E645DF3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0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A3477C-D6FC-D7E0-047E-F20105E4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431" y="1928027"/>
            <a:ext cx="4949741" cy="1656420"/>
          </a:xfrm>
        </p:spPr>
        <p:txBody>
          <a:bodyPr anchor="b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867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Espace réservé du graphique SmartArt 18">
            <a:extLst>
              <a:ext uri="{FF2B5EF4-FFF2-40B4-BE49-F238E27FC236}">
                <a16:creationId xmlns:a16="http://schemas.microsoft.com/office/drawing/2014/main" id="{2835F6F0-E601-40E8-8F65-7949A8AA2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7" name="Espace réservé du graphique SmartArt 19">
            <a:extLst>
              <a:ext uri="{FF2B5EF4-FFF2-40B4-BE49-F238E27FC236}">
                <a16:creationId xmlns:a16="http://schemas.microsoft.com/office/drawing/2014/main" id="{4F60E46E-0715-41F6-BEAC-C9C998D4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8C069D0-B5D0-504E-2496-36A8562926A7}"/>
              </a:ext>
            </a:extLst>
          </p:cNvPr>
          <p:cNvCxnSpPr>
            <a:cxnSpLocks/>
          </p:cNvCxnSpPr>
          <p:nvPr userDrawn="1"/>
        </p:nvCxnSpPr>
        <p:spPr>
          <a:xfrm>
            <a:off x="-741680" y="213360"/>
            <a:ext cx="665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2FFADE2-6BA0-BF42-BCCC-82685DE22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892321" y="3353292"/>
            <a:ext cx="409448" cy="829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0BF80A-315A-D082-FC58-F44416FD9DDD}"/>
              </a:ext>
            </a:extLst>
          </p:cNvPr>
          <p:cNvSpPr txBox="1"/>
          <p:nvPr userDrawn="1"/>
        </p:nvSpPr>
        <p:spPr>
          <a:xfrm>
            <a:off x="-3248927" y="60848"/>
            <a:ext cx="2381589" cy="709110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467" b="1"/>
              <a:t>How to add an image:</a:t>
            </a:r>
          </a:p>
          <a:p>
            <a:pPr marL="228589" indent="-228589">
              <a:buFontTx/>
              <a:buChar char="-"/>
            </a:pPr>
            <a:r>
              <a:rPr lang="en-US" sz="1467"/>
              <a:t>Click on the icon inside the image placeholder</a:t>
            </a:r>
          </a:p>
          <a:p>
            <a:pPr marL="228589" indent="-228589">
              <a:buFontTx/>
              <a:buChar char="-"/>
            </a:pPr>
            <a:r>
              <a:rPr lang="en-US" sz="1467"/>
              <a:t>Select the image you want to use from your computer</a:t>
            </a:r>
          </a:p>
          <a:p>
            <a:pPr marL="228589" indent="-228589">
              <a:buFontTx/>
              <a:buChar char="-"/>
            </a:pPr>
            <a:r>
              <a:rPr lang="en-US" sz="1467"/>
              <a:t>Click “Open”</a:t>
            </a:r>
          </a:p>
          <a:p>
            <a:pPr marL="228589" indent="-228589">
              <a:buFontTx/>
              <a:buChar char="-"/>
            </a:pPr>
            <a:r>
              <a:rPr lang="en-US" sz="1467"/>
              <a:t>Adjust or crop the image if necessary by using the button “Crop” in the top ribbon.</a:t>
            </a:r>
          </a:p>
          <a:p>
            <a:pPr marL="228589" indent="-228589">
              <a:buFontTx/>
              <a:buChar char="-"/>
            </a:pPr>
            <a:endParaRPr lang="en-US" sz="1467"/>
          </a:p>
          <a:p>
            <a:pPr marL="0" indent="0">
              <a:buFontTx/>
              <a:buNone/>
            </a:pPr>
            <a:endParaRPr lang="en-US" sz="1467"/>
          </a:p>
          <a:p>
            <a:endParaRPr lang="en-US" sz="1467"/>
          </a:p>
          <a:p>
            <a:endParaRPr lang="en-US" sz="1467"/>
          </a:p>
          <a:p>
            <a:r>
              <a:rPr lang="en-US" sz="1467" b="1"/>
              <a:t>Add Alt Text or mark as decorative:</a:t>
            </a:r>
          </a:p>
          <a:p>
            <a:pPr marL="228589" indent="-228589">
              <a:buFontTx/>
              <a:buChar char="-"/>
            </a:pPr>
            <a:r>
              <a:rPr lang="en-US" sz="1467"/>
              <a:t>Right click on the image and select “View Alt Text”.</a:t>
            </a:r>
          </a:p>
          <a:p>
            <a:pPr marL="228589" indent="-228589">
              <a:buFontTx/>
              <a:buChar char="-"/>
            </a:pPr>
            <a:r>
              <a:rPr lang="en-US" sz="1467"/>
              <a:t>Type in the blank field that appears on the right of the slide</a:t>
            </a:r>
          </a:p>
          <a:p>
            <a:pPr marL="228589" indent="-228589">
              <a:buFontTx/>
              <a:buChar char="-"/>
            </a:pPr>
            <a:r>
              <a:rPr lang="en-US" sz="1467"/>
              <a:t>If Alt Text isn’t relevant, tick the box to “Mark element as decorative”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EFBD84C-C1DB-D752-B1E0-1F750781866A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8181299" y="6436447"/>
            <a:ext cx="2169224" cy="222172"/>
          </a:xfrm>
        </p:spPr>
        <p:txBody>
          <a:bodyPr/>
          <a:lstStyle>
            <a:lvl1pPr algn="ctr">
              <a:defRPr/>
            </a:lvl1pPr>
          </a:lstStyle>
          <a:p>
            <a:fld id="{989D2E2A-C60E-4818-A62A-6494C69BB036}" type="datetime1">
              <a:rPr lang="en-US" smtClean="0"/>
              <a:t>5/21/2026</a:t>
            </a:fld>
            <a:endParaRPr lang="en-US"/>
          </a:p>
        </p:txBody>
      </p:sp>
      <p:pic>
        <p:nvPicPr>
          <p:cNvPr id="19" name="Picture 18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26713790-E152-B95B-2524-D60DA3D335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673" y="7508763"/>
            <a:ext cx="696929" cy="97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8D3FEA-FD9E-8042-1FFC-C259AAE6E0B4}"/>
              </a:ext>
            </a:extLst>
          </p:cNvPr>
          <p:cNvSpPr txBox="1"/>
          <p:nvPr userDrawn="1"/>
        </p:nvSpPr>
        <p:spPr>
          <a:xfrm>
            <a:off x="3187424" y="7490948"/>
            <a:ext cx="7736112" cy="99540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467" b="1"/>
              <a:t>How to change date format:</a:t>
            </a:r>
          </a:p>
          <a:p>
            <a:pPr marL="380981" indent="-380981">
              <a:buFontTx/>
              <a:buChar char="-"/>
            </a:pPr>
            <a:r>
              <a:rPr lang="en-US" sz="1467"/>
              <a:t>Go to the “Insert” tab in the top ribbon</a:t>
            </a:r>
          </a:p>
          <a:p>
            <a:pPr marL="380981" indent="-380981">
              <a:buFontTx/>
              <a:buChar char="-"/>
            </a:pPr>
            <a:r>
              <a:rPr lang="en-US" sz="1467"/>
              <a:t>Click on “Header &amp; Footer”</a:t>
            </a:r>
          </a:p>
          <a:p>
            <a:pPr marL="380981" indent="-380981">
              <a:buFontTx/>
              <a:buChar char="-"/>
            </a:pPr>
            <a:r>
              <a:rPr lang="en-US" sz="1467"/>
              <a:t>Choose the desired date format from the dropdown and save your changes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4BFFA5-AAC6-D700-72EE-2DAE1F3EC702}"/>
              </a:ext>
            </a:extLst>
          </p:cNvPr>
          <p:cNvCxnSpPr>
            <a:cxnSpLocks/>
          </p:cNvCxnSpPr>
          <p:nvPr userDrawn="1"/>
        </p:nvCxnSpPr>
        <p:spPr>
          <a:xfrm flipV="1">
            <a:off x="9284824" y="6982460"/>
            <a:ext cx="0" cy="433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Logo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17485" y="516249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8F7ED7-7ACD-AADF-A14B-9A6FA8B8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9065" y="8775484"/>
            <a:ext cx="5974080" cy="22217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43491619-034C-EC61-0739-E7F893EE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4968" y="8723335"/>
            <a:ext cx="635000" cy="274324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664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4D7A-10C4-34CE-F72C-6A6BBC59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AAB30001-6B64-1145-701E-2C8C893BC8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991CA3D-AA7B-5C60-7E4D-2B019FAB5E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F805909-1384-4540-A9FB-E8C1541D23C1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7BC42FB-27D4-71F0-7550-E0207D2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90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ogo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5569CE8B-04AF-468F-B800-7ECF09FD6C9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A862ADC4-857D-4471-A871-BD1A38FB23C1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473CDDD-9034-4972-B890-4C267C13F06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A4CC508-0E53-4122-BCBD-4E37F1B71C30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61389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ogo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que 7">
            <a:extLst>
              <a:ext uri="{FF2B5EF4-FFF2-40B4-BE49-F238E27FC236}">
                <a16:creationId xmlns:a16="http://schemas.microsoft.com/office/drawing/2014/main" id="{AAE34BD0-96F3-484E-823D-846BCF7077C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15443" y="2970600"/>
            <a:ext cx="3561116" cy="916800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5ACEFF7-2172-4E31-95A5-2822B762DCC8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156C511D-58A1-442A-9FDB-13B83505C8E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33BB5D3E-7EA3-4217-8524-E90CF2B6AC62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16792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Titl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1" y="499990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1" y="1548017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2" y="444458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24400" y="6106774"/>
            <a:ext cx="2743200" cy="366183"/>
          </a:xfrm>
        </p:spPr>
        <p:txBody>
          <a:bodyPr/>
          <a:lstStyle/>
          <a:p>
            <a:r>
              <a:rPr lang="en-US" noProof="0"/>
              <a:t>XX . XX . XXXX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01F2B667-7264-4505-9F19-2E4AB4499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9" y="1926302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57CD9AAA-CCAE-44AF-A224-A38A0B786F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9" y="3758158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176A07A-C4FF-49D0-80C5-1B4F36FB3A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9" y="4513249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791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Titl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que 7">
            <a:extLst>
              <a:ext uri="{FF2B5EF4-FFF2-40B4-BE49-F238E27FC236}">
                <a16:creationId xmlns:a16="http://schemas.microsoft.com/office/drawing/2014/main" id="{27488BCF-9F91-440E-B9B4-3B8628FE5A1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28662" y="444458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EB91D5A6-4846-4A0D-AEA5-4C76E28CB395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03CE94E-53F9-481B-BF77-A348529571D3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ADD6FFB-F84E-4F7B-930C-208E58062DD7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55EFF8E-40A6-42AA-8E6F-31C4F50AAD2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sp>
        <p:nvSpPr>
          <p:cNvPr id="17" name="Espace réservé du graphique SmartArt 18">
            <a:extLst>
              <a:ext uri="{FF2B5EF4-FFF2-40B4-BE49-F238E27FC236}">
                <a16:creationId xmlns:a16="http://schemas.microsoft.com/office/drawing/2014/main" id="{50E609C3-EA6F-468A-8B7C-CD27949FB33C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9131" y="4999906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8" name="Espace réservé du graphique SmartArt 19">
            <a:extLst>
              <a:ext uri="{FF2B5EF4-FFF2-40B4-BE49-F238E27FC236}">
                <a16:creationId xmlns:a16="http://schemas.microsoft.com/office/drawing/2014/main" id="{F155B637-1E1E-462B-9FBB-56FD4231172C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9131" y="1548017"/>
            <a:ext cx="153740" cy="152649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32DF4F2F-CDE6-47B5-B736-164AD5BDC4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80779" y="1926302"/>
            <a:ext cx="9230445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5600" b="0" i="0" kern="1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9BD1C04A-0CE9-46FE-B14B-F397AB0756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779" y="3758158"/>
            <a:ext cx="9230445" cy="537959"/>
          </a:xfrm>
        </p:spPr>
        <p:txBody>
          <a:bodyPr anchor="ctr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5600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BC1E8140-9EA1-425B-BC80-E50BA686FE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80779" y="4513249"/>
            <a:ext cx="9230445" cy="308387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68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7"/>
            <a:ext cx="2743200" cy="366183"/>
          </a:xfrm>
        </p:spPr>
        <p:txBody>
          <a:bodyPr/>
          <a:lstStyle/>
          <a:p>
            <a:r>
              <a:rPr lang="fr-FR"/>
              <a:t>XX . XX . XXXX</a:t>
            </a:r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2" y="516249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4F60E46E-0715-41F6-BEAC-C9C998D41D44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22" name="Espace réservé du graphique SmartArt 11">
            <a:extLst>
              <a:ext uri="{FF2B5EF4-FFF2-40B4-BE49-F238E27FC236}">
                <a16:creationId xmlns:a16="http://schemas.microsoft.com/office/drawing/2014/main" id="{2835F6F0-E601-40E8-8F65-7949A8AA2AF1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CA236998-34E3-4BB4-B42A-72EE346C3C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1" y="1926302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6418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Title with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1F378-E818-498E-989A-601A8E73F31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886700" y="6046107"/>
            <a:ext cx="2743200" cy="36618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grpSp>
        <p:nvGrpSpPr>
          <p:cNvPr id="13" name="Graphique 7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690962" y="516249"/>
            <a:ext cx="1134681" cy="292121"/>
            <a:chOff x="4767702" y="-472136"/>
            <a:chExt cx="745525" cy="191931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 noProof="0"/>
            </a:p>
          </p:txBody>
        </p:sp>
      </p:grp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Espace réservé du graphique SmartArt 11">
            <a:extLst>
              <a:ext uri="{FF2B5EF4-FFF2-40B4-BE49-F238E27FC236}">
                <a16:creationId xmlns:a16="http://schemas.microsoft.com/office/drawing/2014/main" id="{540F3744-EAB0-48D1-B7AE-720C8628C071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6" name="Espace réservé du graphique SmartArt 11">
            <a:extLst>
              <a:ext uri="{FF2B5EF4-FFF2-40B4-BE49-F238E27FC236}">
                <a16:creationId xmlns:a16="http://schemas.microsoft.com/office/drawing/2014/main" id="{E04644FF-725F-4770-81BC-F016774228AE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F0F559FE-3E76-48FC-AA29-2B2239C1E5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3431" y="1926302"/>
            <a:ext cx="4949741" cy="1658148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4000" b="0" i="0" kern="1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D5746B6F-61CE-4336-AE2B-64E25227F1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bg1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E57E010B-5E1B-4CAB-8D53-F9C9328F65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600" b="0" i="0" kern="1200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5572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 with Visual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AE9FBA9E-4B66-4D19-A4F1-FA106CF943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3703" y="710400"/>
            <a:ext cx="6342328" cy="551059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08746F7-3CD2-431F-B427-E3AA9BF36F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err="1"/>
              <a:t>internal</a:t>
            </a:r>
            <a:r>
              <a:rPr lang="fr-FR"/>
              <a:t>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17">
            <a:extLst>
              <a:ext uri="{FF2B5EF4-FFF2-40B4-BE49-F238E27FC236}">
                <a16:creationId xmlns:a16="http://schemas.microsoft.com/office/drawing/2014/main" id="{33DFCED8-0EB4-4E57-BDC7-7349EFC7B9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031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C565C352-3015-43B5-A637-271B7D2E32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031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0" name="Espace réservé du texte 17">
            <a:extLst>
              <a:ext uri="{FF2B5EF4-FFF2-40B4-BE49-F238E27FC236}">
                <a16:creationId xmlns:a16="http://schemas.microsoft.com/office/drawing/2014/main" id="{15EE83C4-9859-4D9B-B740-E8C01E8B93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031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74DFA65F-CF7B-4ED8-8B06-C50BE51634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031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DBF18F57-A4B6-4E01-8E41-3610197C40D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03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41" name="Espace réservé du texte 17">
            <a:extLst>
              <a:ext uri="{FF2B5EF4-FFF2-40B4-BE49-F238E27FC236}">
                <a16:creationId xmlns:a16="http://schemas.microsoft.com/office/drawing/2014/main" id="{8AFC591C-8E4C-4797-84E6-9ACB86CA696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191549" y="231140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0" name="Espace réservé du texte 17">
            <a:extLst>
              <a:ext uri="{FF2B5EF4-FFF2-40B4-BE49-F238E27FC236}">
                <a16:creationId xmlns:a16="http://schemas.microsoft.com/office/drawing/2014/main" id="{591A3E6F-3476-47ED-8C55-9EBB33F42A5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1190365" y="1957991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5" name="Espace réservé du texte 17">
            <a:extLst>
              <a:ext uri="{FF2B5EF4-FFF2-40B4-BE49-F238E27FC236}">
                <a16:creationId xmlns:a16="http://schemas.microsoft.com/office/drawing/2014/main" id="{BD354000-934E-43A7-902B-EB0E6D55345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1191549" y="311106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6" name="Espace réservé du texte 17">
            <a:extLst>
              <a:ext uri="{FF2B5EF4-FFF2-40B4-BE49-F238E27FC236}">
                <a16:creationId xmlns:a16="http://schemas.microsoft.com/office/drawing/2014/main" id="{674EDB5F-2360-4BDB-B4A4-F38BB2AA252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1190365" y="2757656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7" name="Espace réservé du texte 17">
            <a:extLst>
              <a:ext uri="{FF2B5EF4-FFF2-40B4-BE49-F238E27FC236}">
                <a16:creationId xmlns:a16="http://schemas.microsoft.com/office/drawing/2014/main" id="{6764734A-FBDE-4D25-92A5-672B3F6077B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91549" y="3894737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8" name="Espace réservé du texte 17">
            <a:extLst>
              <a:ext uri="{FF2B5EF4-FFF2-40B4-BE49-F238E27FC236}">
                <a16:creationId xmlns:a16="http://schemas.microsoft.com/office/drawing/2014/main" id="{6227F425-D7E4-4B90-9761-EBF3BCC4260C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1190365" y="3541328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9" name="Espace réservé du texte 17">
            <a:extLst>
              <a:ext uri="{FF2B5EF4-FFF2-40B4-BE49-F238E27FC236}">
                <a16:creationId xmlns:a16="http://schemas.microsoft.com/office/drawing/2014/main" id="{7A462145-8066-42E6-AEC7-B7FFB4004F0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91549" y="4686405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0" name="Espace réservé du texte 17">
            <a:extLst>
              <a:ext uri="{FF2B5EF4-FFF2-40B4-BE49-F238E27FC236}">
                <a16:creationId xmlns:a16="http://schemas.microsoft.com/office/drawing/2014/main" id="{BDFC2A5C-1456-4E38-B7B8-53173C4D722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1190365" y="4332996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1" name="Espace réservé du texte 17">
            <a:extLst>
              <a:ext uri="{FF2B5EF4-FFF2-40B4-BE49-F238E27FC236}">
                <a16:creationId xmlns:a16="http://schemas.microsoft.com/office/drawing/2014/main" id="{6F16C3B8-AA5D-4F33-B410-8B2C3BE2F2C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1191549" y="5485760"/>
            <a:ext cx="3982961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2" name="Espace réservé du texte 17">
            <a:extLst>
              <a:ext uri="{FF2B5EF4-FFF2-40B4-BE49-F238E27FC236}">
                <a16:creationId xmlns:a16="http://schemas.microsoft.com/office/drawing/2014/main" id="{8C14FA2C-33DC-431E-9580-8F16A359800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1190365" y="5132351"/>
            <a:ext cx="3982961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7699B-FF9F-427C-87A3-B361DFAB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1" y="710402"/>
            <a:ext cx="4731723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5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 Larg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08746F7-3CD2-431F-B427-E3AA9BF36F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76DFA8B-7FBD-4F98-B6B6-233EDD2317E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7" name="Espace réservé du texte 17">
            <a:extLst>
              <a:ext uri="{FF2B5EF4-FFF2-40B4-BE49-F238E27FC236}">
                <a16:creationId xmlns:a16="http://schemas.microsoft.com/office/drawing/2014/main" id="{9CDF02F4-4E8C-4E89-B7C0-915F018992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3071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99" name="Espace réservé du texte 17">
            <a:extLst>
              <a:ext uri="{FF2B5EF4-FFF2-40B4-BE49-F238E27FC236}">
                <a16:creationId xmlns:a16="http://schemas.microsoft.com/office/drawing/2014/main" id="{E9841E24-6A28-4ABC-A6CA-596885012B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3071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1" name="Espace réservé du texte 17">
            <a:extLst>
              <a:ext uri="{FF2B5EF4-FFF2-40B4-BE49-F238E27FC236}">
                <a16:creationId xmlns:a16="http://schemas.microsoft.com/office/drawing/2014/main" id="{E6201C6B-3D61-415D-A81D-394F193593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3071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3" name="Espace réservé du texte 17">
            <a:extLst>
              <a:ext uri="{FF2B5EF4-FFF2-40B4-BE49-F238E27FC236}">
                <a16:creationId xmlns:a16="http://schemas.microsoft.com/office/drawing/2014/main" id="{E49EEF33-C71E-40D1-9265-9BA472F3F6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43071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05" name="Espace réservé du texte 17">
            <a:extLst>
              <a:ext uri="{FF2B5EF4-FFF2-40B4-BE49-F238E27FC236}">
                <a16:creationId xmlns:a16="http://schemas.microsoft.com/office/drawing/2014/main" id="{C11A4F59-2FB0-4630-BFDA-22FD2B5576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43071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17" name="Espace réservé du texte 17">
            <a:extLst>
              <a:ext uri="{FF2B5EF4-FFF2-40B4-BE49-F238E27FC236}">
                <a16:creationId xmlns:a16="http://schemas.microsoft.com/office/drawing/2014/main" id="{BC549DD2-19EC-48CD-B888-45BB704C41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8593" y="1960152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19" name="Espace réservé du texte 17">
            <a:extLst>
              <a:ext uri="{FF2B5EF4-FFF2-40B4-BE49-F238E27FC236}">
                <a16:creationId xmlns:a16="http://schemas.microsoft.com/office/drawing/2014/main" id="{3F60EFF9-C152-4B38-A6F0-B6187C82AB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628593" y="2753673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1" name="Espace réservé du texte 17">
            <a:extLst>
              <a:ext uri="{FF2B5EF4-FFF2-40B4-BE49-F238E27FC236}">
                <a16:creationId xmlns:a16="http://schemas.microsoft.com/office/drawing/2014/main" id="{79245E80-9388-4650-8049-250CA8CADB1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28593" y="3541324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3" name="Espace réservé du texte 17">
            <a:extLst>
              <a:ext uri="{FF2B5EF4-FFF2-40B4-BE49-F238E27FC236}">
                <a16:creationId xmlns:a16="http://schemas.microsoft.com/office/drawing/2014/main" id="{38029C0C-186F-4AA6-979B-ED3F5FBAE0C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628593" y="433484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25" name="Espace réservé du texte 17">
            <a:extLst>
              <a:ext uri="{FF2B5EF4-FFF2-40B4-BE49-F238E27FC236}">
                <a16:creationId xmlns:a16="http://schemas.microsoft.com/office/drawing/2014/main" id="{59A7AD2F-F568-4503-8FF8-3611A660ED3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628593" y="5128365"/>
            <a:ext cx="517952" cy="563307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lang="en-US" sz="2133" b="0" i="0" kern="120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267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9952">
              <a:lnSpc>
                <a:spcPct val="90000"/>
              </a:lnSpc>
              <a:spcBef>
                <a:spcPts val="400"/>
              </a:spcBef>
              <a:defRPr lang="fr-FR" sz="933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en-US" noProof="0"/>
              <a:t>00</a:t>
            </a:r>
          </a:p>
        </p:txBody>
      </p:sp>
      <p:sp>
        <p:nvSpPr>
          <p:cNvPr id="171" name="Espace réservé du texte 17">
            <a:extLst>
              <a:ext uri="{FF2B5EF4-FFF2-40B4-BE49-F238E27FC236}">
                <a16:creationId xmlns:a16="http://schemas.microsoft.com/office/drawing/2014/main" id="{F76009EF-0F43-4873-91C8-26C6B0F441B3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1890218" y="231140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2" name="Espace réservé du texte 17">
            <a:extLst>
              <a:ext uri="{FF2B5EF4-FFF2-40B4-BE49-F238E27FC236}">
                <a16:creationId xmlns:a16="http://schemas.microsoft.com/office/drawing/2014/main" id="{992C4267-8843-489C-BDA2-A7781B549C3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889034" y="1957991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3" name="Espace réservé du texte 17">
            <a:extLst>
              <a:ext uri="{FF2B5EF4-FFF2-40B4-BE49-F238E27FC236}">
                <a16:creationId xmlns:a16="http://schemas.microsoft.com/office/drawing/2014/main" id="{9CA0A737-645E-4692-BFD7-8713830985A3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1890218" y="311106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4" name="Espace réservé du texte 17">
            <a:extLst>
              <a:ext uri="{FF2B5EF4-FFF2-40B4-BE49-F238E27FC236}">
                <a16:creationId xmlns:a16="http://schemas.microsoft.com/office/drawing/2014/main" id="{EA07FC7D-0F48-467E-8265-8D2A4C7B25A5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889034" y="275765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5" name="Espace réservé du texte 17">
            <a:extLst>
              <a:ext uri="{FF2B5EF4-FFF2-40B4-BE49-F238E27FC236}">
                <a16:creationId xmlns:a16="http://schemas.microsoft.com/office/drawing/2014/main" id="{DABC94A2-3D6D-4C3B-99A1-FC80D5B47E01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1890218" y="3894737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6" name="Espace réservé du texte 17">
            <a:extLst>
              <a:ext uri="{FF2B5EF4-FFF2-40B4-BE49-F238E27FC236}">
                <a16:creationId xmlns:a16="http://schemas.microsoft.com/office/drawing/2014/main" id="{B4BCF212-97F3-4F17-A4AF-E597DA1C40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1889034" y="3541328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7" name="Espace réservé du texte 17">
            <a:extLst>
              <a:ext uri="{FF2B5EF4-FFF2-40B4-BE49-F238E27FC236}">
                <a16:creationId xmlns:a16="http://schemas.microsoft.com/office/drawing/2014/main" id="{F13BA32F-5E1A-4B20-A528-9672446426DC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1890218" y="4686405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8" name="Espace réservé du texte 17">
            <a:extLst>
              <a:ext uri="{FF2B5EF4-FFF2-40B4-BE49-F238E27FC236}">
                <a16:creationId xmlns:a16="http://schemas.microsoft.com/office/drawing/2014/main" id="{920DB0B3-FD86-49D8-8F01-632DB0B0FF76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889034" y="4332996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79" name="Espace réservé du texte 17">
            <a:extLst>
              <a:ext uri="{FF2B5EF4-FFF2-40B4-BE49-F238E27FC236}">
                <a16:creationId xmlns:a16="http://schemas.microsoft.com/office/drawing/2014/main" id="{4D5C3EB0-17A1-481A-8460-030803714A3D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1890218" y="5485760"/>
            <a:ext cx="3984145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80" name="Espace réservé du texte 17">
            <a:extLst>
              <a:ext uri="{FF2B5EF4-FFF2-40B4-BE49-F238E27FC236}">
                <a16:creationId xmlns:a16="http://schemas.microsoft.com/office/drawing/2014/main" id="{0BC088B8-2A7D-4727-84F1-67BE7254C14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889034" y="5132351"/>
            <a:ext cx="3984145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1" name="Espace réservé du texte 17">
            <a:extLst>
              <a:ext uri="{FF2B5EF4-FFF2-40B4-BE49-F238E27FC236}">
                <a16:creationId xmlns:a16="http://schemas.microsoft.com/office/drawing/2014/main" id="{5599C94B-1830-4681-A21C-C4AE3554868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7372164" y="2311400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2" name="Espace réservé du texte 17">
            <a:extLst>
              <a:ext uri="{FF2B5EF4-FFF2-40B4-BE49-F238E27FC236}">
                <a16:creationId xmlns:a16="http://schemas.microsoft.com/office/drawing/2014/main" id="{81F4A82C-0719-446F-8204-BD600D39DFA6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370980" y="1957991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3" name="Espace réservé du texte 17">
            <a:extLst>
              <a:ext uri="{FF2B5EF4-FFF2-40B4-BE49-F238E27FC236}">
                <a16:creationId xmlns:a16="http://schemas.microsoft.com/office/drawing/2014/main" id="{EF8088A7-1D02-466E-84F0-04D764E0DC4A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7372164" y="3111067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4" name="Espace réservé du texte 17">
            <a:extLst>
              <a:ext uri="{FF2B5EF4-FFF2-40B4-BE49-F238E27FC236}">
                <a16:creationId xmlns:a16="http://schemas.microsoft.com/office/drawing/2014/main" id="{134577A3-254A-436C-A36C-9D09814B41BB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7370980" y="2757656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5" name="Espace réservé du texte 17">
            <a:extLst>
              <a:ext uri="{FF2B5EF4-FFF2-40B4-BE49-F238E27FC236}">
                <a16:creationId xmlns:a16="http://schemas.microsoft.com/office/drawing/2014/main" id="{694AA9F3-9F80-43B9-A7BA-A659EBF77CF5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7372164" y="3894737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6" name="Espace réservé du texte 17">
            <a:extLst>
              <a:ext uri="{FF2B5EF4-FFF2-40B4-BE49-F238E27FC236}">
                <a16:creationId xmlns:a16="http://schemas.microsoft.com/office/drawing/2014/main" id="{3123C134-847A-48A6-8622-283EBB3AFAB9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370980" y="3541328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7" name="Espace réservé du texte 17">
            <a:extLst>
              <a:ext uri="{FF2B5EF4-FFF2-40B4-BE49-F238E27FC236}">
                <a16:creationId xmlns:a16="http://schemas.microsoft.com/office/drawing/2014/main" id="{EF32F629-964F-4E14-B1A1-6D678560527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7372164" y="4686405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8" name="Espace réservé du texte 17">
            <a:extLst>
              <a:ext uri="{FF2B5EF4-FFF2-40B4-BE49-F238E27FC236}">
                <a16:creationId xmlns:a16="http://schemas.microsoft.com/office/drawing/2014/main" id="{A0F44CD8-F3DD-47F9-9C0A-6B207499E86A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7370980" y="4332996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9" name="Espace réservé du texte 17">
            <a:extLst>
              <a:ext uri="{FF2B5EF4-FFF2-40B4-BE49-F238E27FC236}">
                <a16:creationId xmlns:a16="http://schemas.microsoft.com/office/drawing/2014/main" id="{816D3008-850F-471B-9C7E-0D97399B5925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>
          <a:xfrm>
            <a:off x="7372164" y="5485760"/>
            <a:ext cx="3988312" cy="205912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1067" b="0" i="0" kern="1200" cap="all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1067" b="0" i="0" cap="all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1067" b="0" i="0" kern="1200" cap="all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00" name="Espace réservé du texte 17">
            <a:extLst>
              <a:ext uri="{FF2B5EF4-FFF2-40B4-BE49-F238E27FC236}">
                <a16:creationId xmlns:a16="http://schemas.microsoft.com/office/drawing/2014/main" id="{D3020D71-C5F3-42BA-8874-B40E24DB7F68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>
          <a:xfrm>
            <a:off x="7370980" y="5132351"/>
            <a:ext cx="3988312" cy="323309"/>
          </a:xfr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  <a:defRPr lang="fr-FR" sz="2133" b="0" i="0" kern="1200" cap="none" baseline="0" dirty="0" err="1" smtClean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90000"/>
              </a:lnSpc>
              <a:spcBef>
                <a:spcPts val="800"/>
              </a:spcBef>
              <a:defRPr sz="2133" b="0" i="0" cap="none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0">
              <a:lnSpc>
                <a:spcPct val="90000"/>
              </a:lnSpc>
              <a:spcBef>
                <a:spcPts val="400"/>
              </a:spcBef>
              <a:defRPr lang="fr-FR" sz="2133" b="0" i="0" kern="1200" cap="none" baseline="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399648-618D-47E8-91C9-BB5481D9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6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5" y="4159251"/>
            <a:ext cx="1271271" cy="1257300"/>
          </a:xfrm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CE40FF4-616D-467E-AEDB-B9934FB2C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2" y="3020998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3200" b="1" noProof="0" dirty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</a:lstStyle>
          <a:p>
            <a:pPr lvl="0" algn="r">
              <a:lnSpc>
                <a:spcPct val="90000"/>
              </a:lnSpc>
            </a:pPr>
            <a:r>
              <a:rPr lang="en-US" noProof="0"/>
              <a:t>00</a:t>
            </a:r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2C7B456D-17FA-4CA6-A94C-1F15CC23B2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8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A4BDC3FC-500C-4A36-AFD2-52224706F7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A97CE5D1-697D-4C34-8623-6B2871AE2E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9845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(Dark)">
    <p:bg>
      <p:bgPr>
        <a:solidFill>
          <a:srgbClr val="1E0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97075C2-D640-40B7-B715-DE36BBB3FC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965" y="4159251"/>
            <a:ext cx="1271271" cy="1257300"/>
          </a:xfrm>
          <a:prstGeom prst="rect">
            <a:avLst/>
          </a:prstGeom>
        </p:spPr>
      </p:pic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0769BEBC-7765-4066-98E6-DCA7671300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8242" y="3020998"/>
            <a:ext cx="1118105" cy="4431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3200" b="1" noProof="0" dirty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</a:lstStyle>
          <a:p>
            <a:pPr lvl="0" algn="r">
              <a:lnSpc>
                <a:spcPct val="90000"/>
              </a:lnSpc>
            </a:pPr>
            <a:r>
              <a:rPr lang="en-US" noProof="0"/>
              <a:t>00</a:t>
            </a:r>
          </a:p>
        </p:txBody>
      </p:sp>
      <p:sp>
        <p:nvSpPr>
          <p:cNvPr id="9" name="Espace réservé du texte 17">
            <a:extLst>
              <a:ext uri="{FF2B5EF4-FFF2-40B4-BE49-F238E27FC236}">
                <a16:creationId xmlns:a16="http://schemas.microsoft.com/office/drawing/2014/main" id="{3AED2226-94E9-4522-A668-7274CF4EB45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79091" y="3020998"/>
            <a:ext cx="6517348" cy="443199"/>
          </a:xfrm>
        </p:spPr>
        <p:txBody>
          <a:bodyPr/>
          <a:lstStyle>
            <a:lvl1pPr>
              <a:lnSpc>
                <a:spcPct val="90000"/>
              </a:lnSpc>
              <a:defRPr lang="fr-FR" sz="3200" b="1" i="0" kern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11F8087E-3028-4753-8145-09D0F3090E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679091" y="398087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1" kern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754A9ECA-E049-4F8E-90ED-E0DEDB685A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9091" y="3554159"/>
            <a:ext cx="6517348" cy="315415"/>
          </a:xfrm>
        </p:spPr>
        <p:txBody>
          <a:bodyPr/>
          <a:lstStyle>
            <a:lvl1pPr>
              <a:lnSpc>
                <a:spcPct val="90000"/>
              </a:lnSpc>
              <a:defRPr lang="fr-FR" sz="1867" b="0" i="0" kern="1200" cap="all" baseline="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lang="fr-FR" sz="1867" b="0" i="0" kern="1200" cap="all" baseline="0" dirty="0" err="1" smtClean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lnSpc>
                <a:spcPct val="100000"/>
              </a:lnSpc>
              <a:spcBef>
                <a:spcPts val="1067"/>
              </a:spcBef>
              <a:buFont typeface="Arial" panose="020B0604020202020204" pitchFamily="34" charset="0"/>
              <a:buNone/>
              <a:defRPr sz="1867" i="1">
                <a:solidFill>
                  <a:schemeClr val="bg2"/>
                </a:solidFill>
              </a:defRPr>
            </a:lvl3pPr>
            <a:lvl4pPr>
              <a:lnSpc>
                <a:spcPct val="90000"/>
              </a:lnSpc>
              <a:spcBef>
                <a:spcPts val="400"/>
              </a:spcBef>
              <a:defRPr lang="fr-FR" sz="1000" kern="1200" cap="all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690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over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CF0ECB-30FF-45DD-8A41-5DF28038CBA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" y="0"/>
            <a:ext cx="12191999" cy="6858000"/>
          </a:xfrm>
          <a:custGeom>
            <a:avLst/>
            <a:gdLst>
              <a:gd name="connsiteX0" fmla="*/ 351363 w 9143999"/>
              <a:gd name="connsiteY0" fmla="*/ 4913481 h 5143500"/>
              <a:gd name="connsiteX1" fmla="*/ 331613 w 9143999"/>
              <a:gd name="connsiteY1" fmla="*/ 4933530 h 5143500"/>
              <a:gd name="connsiteX2" fmla="*/ 352237 w 9143999"/>
              <a:gd name="connsiteY2" fmla="*/ 4953582 h 5143500"/>
              <a:gd name="connsiteX3" fmla="*/ 371987 w 9143999"/>
              <a:gd name="connsiteY3" fmla="*/ 4933533 h 5143500"/>
              <a:gd name="connsiteX4" fmla="*/ 351363 w 9143999"/>
              <a:gd name="connsiteY4" fmla="*/ 4913481 h 5143500"/>
              <a:gd name="connsiteX5" fmla="*/ 892593 w 9143999"/>
              <a:gd name="connsiteY5" fmla="*/ 4837587 h 5143500"/>
              <a:gd name="connsiteX6" fmla="*/ 917846 w 9143999"/>
              <a:gd name="connsiteY6" fmla="*/ 4847631 h 5143500"/>
              <a:gd name="connsiteX7" fmla="*/ 927648 w 9143999"/>
              <a:gd name="connsiteY7" fmla="*/ 4877990 h 5143500"/>
              <a:gd name="connsiteX8" fmla="*/ 918100 w 9143999"/>
              <a:gd name="connsiteY8" fmla="*/ 4908353 h 5143500"/>
              <a:gd name="connsiteX9" fmla="*/ 894866 w 9143999"/>
              <a:gd name="connsiteY9" fmla="*/ 4918277 h 5143500"/>
              <a:gd name="connsiteX10" fmla="*/ 868933 w 9143999"/>
              <a:gd name="connsiteY10" fmla="*/ 4908080 h 5143500"/>
              <a:gd name="connsiteX11" fmla="*/ 859062 w 9143999"/>
              <a:gd name="connsiteY11" fmla="*/ 4877877 h 5143500"/>
              <a:gd name="connsiteX12" fmla="*/ 868678 w 9143999"/>
              <a:gd name="connsiteY12" fmla="*/ 4847677 h 5143500"/>
              <a:gd name="connsiteX13" fmla="*/ 559057 w 9143999"/>
              <a:gd name="connsiteY13" fmla="*/ 4837499 h 5143500"/>
              <a:gd name="connsiteX14" fmla="*/ 578336 w 9143999"/>
              <a:gd name="connsiteY14" fmla="*/ 4840021 h 5143500"/>
              <a:gd name="connsiteX15" fmla="*/ 585643 w 9143999"/>
              <a:gd name="connsiteY15" fmla="*/ 4847817 h 5143500"/>
              <a:gd name="connsiteX16" fmla="*/ 585643 w 9143999"/>
              <a:gd name="connsiteY16" fmla="*/ 4907937 h 5143500"/>
              <a:gd name="connsiteX17" fmla="*/ 578336 w 9143999"/>
              <a:gd name="connsiteY17" fmla="*/ 4915741 h 5143500"/>
              <a:gd name="connsiteX18" fmla="*/ 558605 w 9143999"/>
              <a:gd name="connsiteY18" fmla="*/ 4918322 h 5143500"/>
              <a:gd name="connsiteX19" fmla="*/ 534559 w 9143999"/>
              <a:gd name="connsiteY19" fmla="*/ 4909442 h 5143500"/>
              <a:gd name="connsiteX20" fmla="*/ 523519 w 9143999"/>
              <a:gd name="connsiteY20" fmla="*/ 4877990 h 5143500"/>
              <a:gd name="connsiteX21" fmla="*/ 534559 w 9143999"/>
              <a:gd name="connsiteY21" fmla="*/ 4846542 h 5143500"/>
              <a:gd name="connsiteX22" fmla="*/ 1101680 w 9143999"/>
              <a:gd name="connsiteY22" fmla="*/ 4805359 h 5143500"/>
              <a:gd name="connsiteX23" fmla="*/ 1095864 w 9143999"/>
              <a:gd name="connsiteY23" fmla="*/ 4811167 h 5143500"/>
              <a:gd name="connsiteX24" fmla="*/ 1095864 w 9143999"/>
              <a:gd name="connsiteY24" fmla="*/ 4944812 h 5143500"/>
              <a:gd name="connsiteX25" fmla="*/ 1101680 w 9143999"/>
              <a:gd name="connsiteY25" fmla="*/ 4950628 h 5143500"/>
              <a:gd name="connsiteX26" fmla="*/ 1127823 w 9143999"/>
              <a:gd name="connsiteY26" fmla="*/ 4950628 h 5143500"/>
              <a:gd name="connsiteX27" fmla="*/ 1128318 w 9143999"/>
              <a:gd name="connsiteY27" fmla="*/ 4950134 h 5143500"/>
              <a:gd name="connsiteX28" fmla="*/ 1130431 w 9143999"/>
              <a:gd name="connsiteY28" fmla="*/ 4950134 h 5143500"/>
              <a:gd name="connsiteX29" fmla="*/ 1136285 w 9143999"/>
              <a:gd name="connsiteY29" fmla="*/ 4944348 h 5143500"/>
              <a:gd name="connsiteX30" fmla="*/ 1136285 w 9143999"/>
              <a:gd name="connsiteY30" fmla="*/ 4811405 h 5143500"/>
              <a:gd name="connsiteX31" fmla="*/ 1130431 w 9143999"/>
              <a:gd name="connsiteY31" fmla="*/ 4805627 h 5143500"/>
              <a:gd name="connsiteX32" fmla="*/ 1128092 w 9143999"/>
              <a:gd name="connsiteY32" fmla="*/ 4805627 h 5143500"/>
              <a:gd name="connsiteX33" fmla="*/ 1127823 w 9143999"/>
              <a:gd name="connsiteY33" fmla="*/ 4805359 h 5143500"/>
              <a:gd name="connsiteX34" fmla="*/ 891920 w 9143999"/>
              <a:gd name="connsiteY34" fmla="*/ 4802455 h 5143500"/>
              <a:gd name="connsiteX35" fmla="*/ 819859 w 9143999"/>
              <a:gd name="connsiteY35" fmla="*/ 4877990 h 5143500"/>
              <a:gd name="connsiteX36" fmla="*/ 893949 w 9143999"/>
              <a:gd name="connsiteY36" fmla="*/ 4953533 h 5143500"/>
              <a:gd name="connsiteX37" fmla="*/ 923593 w 9143999"/>
              <a:gd name="connsiteY37" fmla="*/ 4947899 h 5143500"/>
              <a:gd name="connsiteX38" fmla="*/ 924071 w 9143999"/>
              <a:gd name="connsiteY38" fmla="*/ 4947569 h 5143500"/>
              <a:gd name="connsiteX39" fmla="*/ 924870 w 9143999"/>
              <a:gd name="connsiteY39" fmla="*/ 4947419 h 5143500"/>
              <a:gd name="connsiteX40" fmla="*/ 967553 w 9143999"/>
              <a:gd name="connsiteY40" fmla="*/ 4877877 h 5143500"/>
              <a:gd name="connsiteX41" fmla="*/ 924008 w 9143999"/>
              <a:gd name="connsiteY41" fmla="*/ 4808342 h 5143500"/>
              <a:gd name="connsiteX42" fmla="*/ 922787 w 9143999"/>
              <a:gd name="connsiteY42" fmla="*/ 4808121 h 5143500"/>
              <a:gd name="connsiteX43" fmla="*/ 922737 w 9143999"/>
              <a:gd name="connsiteY43" fmla="*/ 4808088 h 5143500"/>
              <a:gd name="connsiteX44" fmla="*/ 891920 w 9143999"/>
              <a:gd name="connsiteY44" fmla="*/ 4802455 h 5143500"/>
              <a:gd name="connsiteX45" fmla="*/ 725443 w 9143999"/>
              <a:gd name="connsiteY45" fmla="*/ 4802455 h 5143500"/>
              <a:gd name="connsiteX46" fmla="*/ 667045 w 9143999"/>
              <a:gd name="connsiteY46" fmla="*/ 4812907 h 5143500"/>
              <a:gd name="connsiteX47" fmla="*/ 666933 w 9143999"/>
              <a:gd name="connsiteY47" fmla="*/ 4813086 h 5143500"/>
              <a:gd name="connsiteX48" fmla="*/ 666650 w 9143999"/>
              <a:gd name="connsiteY48" fmla="*/ 4813136 h 5143500"/>
              <a:gd name="connsiteX49" fmla="*/ 659335 w 9143999"/>
              <a:gd name="connsiteY49" fmla="*/ 4824699 h 5143500"/>
              <a:gd name="connsiteX50" fmla="*/ 659335 w 9143999"/>
              <a:gd name="connsiteY50" fmla="*/ 4944348 h 5143500"/>
              <a:gd name="connsiteX51" fmla="*/ 659777 w 9143999"/>
              <a:gd name="connsiteY51" fmla="*/ 4944785 h 5143500"/>
              <a:gd name="connsiteX52" fmla="*/ 659777 w 9143999"/>
              <a:gd name="connsiteY52" fmla="*/ 4944812 h 5143500"/>
              <a:gd name="connsiteX53" fmla="*/ 665593 w 9143999"/>
              <a:gd name="connsiteY53" fmla="*/ 4950628 h 5143500"/>
              <a:gd name="connsiteX54" fmla="*/ 691736 w 9143999"/>
              <a:gd name="connsiteY54" fmla="*/ 4950628 h 5143500"/>
              <a:gd name="connsiteX55" fmla="*/ 697552 w 9143999"/>
              <a:gd name="connsiteY55" fmla="*/ 4944812 h 5143500"/>
              <a:gd name="connsiteX56" fmla="*/ 697552 w 9143999"/>
              <a:gd name="connsiteY56" fmla="*/ 4847194 h 5143500"/>
              <a:gd name="connsiteX57" fmla="*/ 704448 w 9143999"/>
              <a:gd name="connsiteY57" fmla="*/ 4839717 h 5143500"/>
              <a:gd name="connsiteX58" fmla="*/ 726010 w 9143999"/>
              <a:gd name="connsiteY58" fmla="*/ 4837419 h 5143500"/>
              <a:gd name="connsiteX59" fmla="*/ 746013 w 9143999"/>
              <a:gd name="connsiteY59" fmla="*/ 4843168 h 5143500"/>
              <a:gd name="connsiteX60" fmla="*/ 754202 w 9143999"/>
              <a:gd name="connsiteY60" fmla="*/ 4862009 h 5143500"/>
              <a:gd name="connsiteX61" fmla="*/ 754202 w 9143999"/>
              <a:gd name="connsiteY61" fmla="*/ 4944812 h 5143500"/>
              <a:gd name="connsiteX62" fmla="*/ 760018 w 9143999"/>
              <a:gd name="connsiteY62" fmla="*/ 4950628 h 5143500"/>
              <a:gd name="connsiteX63" fmla="*/ 786160 w 9143999"/>
              <a:gd name="connsiteY63" fmla="*/ 4950628 h 5143500"/>
              <a:gd name="connsiteX64" fmla="*/ 791976 w 9143999"/>
              <a:gd name="connsiteY64" fmla="*/ 4944812 h 5143500"/>
              <a:gd name="connsiteX65" fmla="*/ 791976 w 9143999"/>
              <a:gd name="connsiteY65" fmla="*/ 4944762 h 5143500"/>
              <a:gd name="connsiteX66" fmla="*/ 792395 w 9143999"/>
              <a:gd name="connsiteY66" fmla="*/ 4944348 h 5143500"/>
              <a:gd name="connsiteX67" fmla="*/ 792395 w 9143999"/>
              <a:gd name="connsiteY67" fmla="*/ 4857065 h 5143500"/>
              <a:gd name="connsiteX68" fmla="*/ 775798 w 9143999"/>
              <a:gd name="connsiteY68" fmla="*/ 4816682 h 5143500"/>
              <a:gd name="connsiteX69" fmla="*/ 775543 w 9143999"/>
              <a:gd name="connsiteY69" fmla="*/ 4816611 h 5143500"/>
              <a:gd name="connsiteX70" fmla="*/ 775486 w 9143999"/>
              <a:gd name="connsiteY70" fmla="*/ 4816471 h 5143500"/>
              <a:gd name="connsiteX71" fmla="*/ 725443 w 9143999"/>
              <a:gd name="connsiteY71" fmla="*/ 4802455 h 5143500"/>
              <a:gd name="connsiteX72" fmla="*/ 559834 w 9143999"/>
              <a:gd name="connsiteY72" fmla="*/ 4802455 h 5143500"/>
              <a:gd name="connsiteX73" fmla="*/ 529662 w 9143999"/>
              <a:gd name="connsiteY73" fmla="*/ 4807762 h 5143500"/>
              <a:gd name="connsiteX74" fmla="*/ 529594 w 9143999"/>
              <a:gd name="connsiteY74" fmla="*/ 4807805 h 5143500"/>
              <a:gd name="connsiteX75" fmla="*/ 528372 w 9143999"/>
              <a:gd name="connsiteY75" fmla="*/ 4808018 h 5143500"/>
              <a:gd name="connsiteX76" fmla="*/ 483586 w 9143999"/>
              <a:gd name="connsiteY76" fmla="*/ 4877877 h 5143500"/>
              <a:gd name="connsiteX77" fmla="*/ 526397 w 9143999"/>
              <a:gd name="connsiteY77" fmla="*/ 4947825 h 5143500"/>
              <a:gd name="connsiteX78" fmla="*/ 527142 w 9143999"/>
              <a:gd name="connsiteY78" fmla="*/ 4947947 h 5143500"/>
              <a:gd name="connsiteX79" fmla="*/ 527700 w 9143999"/>
              <a:gd name="connsiteY79" fmla="*/ 4948307 h 5143500"/>
              <a:gd name="connsiteX80" fmla="*/ 559257 w 9143999"/>
              <a:gd name="connsiteY80" fmla="*/ 4953533 h 5143500"/>
              <a:gd name="connsiteX81" fmla="*/ 617069 w 9143999"/>
              <a:gd name="connsiteY81" fmla="*/ 4941908 h 5143500"/>
              <a:gd name="connsiteX82" fmla="*/ 624337 w 9143999"/>
              <a:gd name="connsiteY82" fmla="*/ 4930284 h 5143500"/>
              <a:gd name="connsiteX83" fmla="*/ 624337 w 9143999"/>
              <a:gd name="connsiteY83" fmla="*/ 4824821 h 5143500"/>
              <a:gd name="connsiteX84" fmla="*/ 617069 w 9143999"/>
              <a:gd name="connsiteY84" fmla="*/ 4813204 h 5143500"/>
              <a:gd name="connsiteX85" fmla="*/ 559834 w 9143999"/>
              <a:gd name="connsiteY85" fmla="*/ 4802455 h 5143500"/>
              <a:gd name="connsiteX86" fmla="*/ 398011 w 9143999"/>
              <a:gd name="connsiteY86" fmla="*/ 4801292 h 5143500"/>
              <a:gd name="connsiteX87" fmla="*/ 395922 w 9143999"/>
              <a:gd name="connsiteY87" fmla="*/ 4801589 h 5143500"/>
              <a:gd name="connsiteX88" fmla="*/ 395863 w 9143999"/>
              <a:gd name="connsiteY88" fmla="*/ 4801582 h 5143500"/>
              <a:gd name="connsiteX89" fmla="*/ 331528 w 9143999"/>
              <a:gd name="connsiteY89" fmla="*/ 4853603 h 5143500"/>
              <a:gd name="connsiteX90" fmla="*/ 425688 w 9143999"/>
              <a:gd name="connsiteY90" fmla="*/ 4933656 h 5143500"/>
              <a:gd name="connsiteX91" fmla="*/ 423936 w 9143999"/>
              <a:gd name="connsiteY91" fmla="*/ 4944348 h 5143500"/>
              <a:gd name="connsiteX92" fmla="*/ 423645 w 9143999"/>
              <a:gd name="connsiteY92" fmla="*/ 4946089 h 5143500"/>
              <a:gd name="connsiteX93" fmla="*/ 428029 w 9143999"/>
              <a:gd name="connsiteY93" fmla="*/ 4950134 h 5143500"/>
              <a:gd name="connsiteX94" fmla="*/ 429440 w 9143999"/>
              <a:gd name="connsiteY94" fmla="*/ 4950134 h 5143500"/>
              <a:gd name="connsiteX95" fmla="*/ 429969 w 9143999"/>
              <a:gd name="connsiteY95" fmla="*/ 4950628 h 5143500"/>
              <a:gd name="connsiteX96" fmla="*/ 456121 w 9143999"/>
              <a:gd name="connsiteY96" fmla="*/ 4950628 h 5143500"/>
              <a:gd name="connsiteX97" fmla="*/ 463668 w 9143999"/>
              <a:gd name="connsiteY97" fmla="*/ 4944812 h 5143500"/>
              <a:gd name="connsiteX98" fmla="*/ 465995 w 9143999"/>
              <a:gd name="connsiteY98" fmla="*/ 4928255 h 5143500"/>
              <a:gd name="connsiteX99" fmla="*/ 372445 w 9143999"/>
              <a:gd name="connsiteY99" fmla="*/ 4850972 h 5143500"/>
              <a:gd name="connsiteX100" fmla="*/ 378874 w 9143999"/>
              <a:gd name="connsiteY100" fmla="*/ 4840371 h 5143500"/>
              <a:gd name="connsiteX101" fmla="*/ 395404 w 9143999"/>
              <a:gd name="connsiteY101" fmla="*/ 4836760 h 5143500"/>
              <a:gd name="connsiteX102" fmla="*/ 438848 w 9143999"/>
              <a:gd name="connsiteY102" fmla="*/ 4849557 h 5143500"/>
              <a:gd name="connsiteX103" fmla="*/ 443232 w 9143999"/>
              <a:gd name="connsiteY103" fmla="*/ 4850714 h 5143500"/>
              <a:gd name="connsiteX104" fmla="*/ 443815 w 9143999"/>
              <a:gd name="connsiteY104" fmla="*/ 4850347 h 5143500"/>
              <a:gd name="connsiteX105" fmla="*/ 445074 w 9143999"/>
              <a:gd name="connsiteY105" fmla="*/ 4850684 h 5143500"/>
              <a:gd name="connsiteX106" fmla="*/ 451467 w 9143999"/>
              <a:gd name="connsiteY106" fmla="*/ 4846616 h 5143500"/>
              <a:gd name="connsiteX107" fmla="*/ 460476 w 9143999"/>
              <a:gd name="connsiteY107" fmla="*/ 4827435 h 5143500"/>
              <a:gd name="connsiteX108" fmla="*/ 461639 w 9143999"/>
              <a:gd name="connsiteY108" fmla="*/ 4822502 h 5143500"/>
              <a:gd name="connsiteX109" fmla="*/ 458150 w 9143999"/>
              <a:gd name="connsiteY109" fmla="*/ 4816686 h 5143500"/>
              <a:gd name="connsiteX110" fmla="*/ 398011 w 9143999"/>
              <a:gd name="connsiteY110" fmla="*/ 4801292 h 5143500"/>
              <a:gd name="connsiteX111" fmla="*/ 1053743 w 9143999"/>
              <a:gd name="connsiteY111" fmla="*/ 4747249 h 5143500"/>
              <a:gd name="connsiteX112" fmla="*/ 994181 w 9143999"/>
              <a:gd name="connsiteY112" fmla="*/ 4808264 h 5143500"/>
              <a:gd name="connsiteX113" fmla="*/ 994181 w 9143999"/>
              <a:gd name="connsiteY113" fmla="*/ 4944812 h 5143500"/>
              <a:gd name="connsiteX114" fmla="*/ 999997 w 9143999"/>
              <a:gd name="connsiteY114" fmla="*/ 4950628 h 5143500"/>
              <a:gd name="connsiteX115" fmla="*/ 1025851 w 9143999"/>
              <a:gd name="connsiteY115" fmla="*/ 4950628 h 5143500"/>
              <a:gd name="connsiteX116" fmla="*/ 1026345 w 9143999"/>
              <a:gd name="connsiteY116" fmla="*/ 4950134 h 5143500"/>
              <a:gd name="connsiteX117" fmla="*/ 1027794 w 9143999"/>
              <a:gd name="connsiteY117" fmla="*/ 4950134 h 5143500"/>
              <a:gd name="connsiteX118" fmla="*/ 1033639 w 9143999"/>
              <a:gd name="connsiteY118" fmla="*/ 4944348 h 5143500"/>
              <a:gd name="connsiteX119" fmla="*/ 1033639 w 9143999"/>
              <a:gd name="connsiteY119" fmla="*/ 4837419 h 5143500"/>
              <a:gd name="connsiteX120" fmla="*/ 1070780 w 9143999"/>
              <a:gd name="connsiteY120" fmla="*/ 4837419 h 5143500"/>
              <a:gd name="connsiteX121" fmla="*/ 1076625 w 9143999"/>
              <a:gd name="connsiteY121" fmla="*/ 4831634 h 5143500"/>
              <a:gd name="connsiteX122" fmla="*/ 1076625 w 9143999"/>
              <a:gd name="connsiteY122" fmla="*/ 4811692 h 5143500"/>
              <a:gd name="connsiteX123" fmla="*/ 1070780 w 9143999"/>
              <a:gd name="connsiteY123" fmla="*/ 4805627 h 5143500"/>
              <a:gd name="connsiteX124" fmla="*/ 1068815 w 9143999"/>
              <a:gd name="connsiteY124" fmla="*/ 4805627 h 5143500"/>
              <a:gd name="connsiteX125" fmla="*/ 1068559 w 9143999"/>
              <a:gd name="connsiteY125" fmla="*/ 4805359 h 5143500"/>
              <a:gd name="connsiteX126" fmla="*/ 1033639 w 9143999"/>
              <a:gd name="connsiteY126" fmla="*/ 4805359 h 5143500"/>
              <a:gd name="connsiteX127" fmla="*/ 1033639 w 9143999"/>
              <a:gd name="connsiteY127" fmla="*/ 4802443 h 5143500"/>
              <a:gd name="connsiteX128" fmla="*/ 1056748 w 9143999"/>
              <a:gd name="connsiteY128" fmla="*/ 4778457 h 5143500"/>
              <a:gd name="connsiteX129" fmla="*/ 1071071 w 9143999"/>
              <a:gd name="connsiteY129" fmla="*/ 4779901 h 5143500"/>
              <a:gd name="connsiteX130" fmla="*/ 1076625 w 9143999"/>
              <a:gd name="connsiteY130" fmla="*/ 4774411 h 5143500"/>
              <a:gd name="connsiteX131" fmla="*/ 1079556 w 9143999"/>
              <a:gd name="connsiteY131" fmla="*/ 4759385 h 5143500"/>
              <a:gd name="connsiteX132" fmla="*/ 1080138 w 9143999"/>
              <a:gd name="connsiteY132" fmla="*/ 4755627 h 5143500"/>
              <a:gd name="connsiteX133" fmla="*/ 1074293 w 9143999"/>
              <a:gd name="connsiteY133" fmla="*/ 4749848 h 5143500"/>
              <a:gd name="connsiteX134" fmla="*/ 1072404 w 9143999"/>
              <a:gd name="connsiteY134" fmla="*/ 4749641 h 5143500"/>
              <a:gd name="connsiteX135" fmla="*/ 1072049 w 9143999"/>
              <a:gd name="connsiteY135" fmla="*/ 4749285 h 5143500"/>
              <a:gd name="connsiteX136" fmla="*/ 1053743 w 9143999"/>
              <a:gd name="connsiteY136" fmla="*/ 4747249 h 5143500"/>
              <a:gd name="connsiteX137" fmla="*/ 1115151 w 9143999"/>
              <a:gd name="connsiteY137" fmla="*/ 4747131 h 5143500"/>
              <a:gd name="connsiteX138" fmla="*/ 1095104 w 9143999"/>
              <a:gd name="connsiteY138" fmla="*/ 4767478 h 5143500"/>
              <a:gd name="connsiteX139" fmla="*/ 1116017 w 9143999"/>
              <a:gd name="connsiteY139" fmla="*/ 4787818 h 5143500"/>
              <a:gd name="connsiteX140" fmla="*/ 1136065 w 9143999"/>
              <a:gd name="connsiteY140" fmla="*/ 4767481 h 5143500"/>
              <a:gd name="connsiteX141" fmla="*/ 1115151 w 9143999"/>
              <a:gd name="connsiteY141" fmla="*/ 4747131 h 5143500"/>
              <a:gd name="connsiteX142" fmla="*/ 0 w 9143999"/>
              <a:gd name="connsiteY142" fmla="*/ 0 h 5143500"/>
              <a:gd name="connsiteX143" fmla="*/ 9143999 w 9143999"/>
              <a:gd name="connsiteY143" fmla="*/ 0 h 5143500"/>
              <a:gd name="connsiteX144" fmla="*/ 9143999 w 9143999"/>
              <a:gd name="connsiteY144" fmla="*/ 5143500 h 5143500"/>
              <a:gd name="connsiteX145" fmla="*/ 0 w 9143999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9143999" h="5143500">
                <a:moveTo>
                  <a:pt x="351363" y="4913481"/>
                </a:moveTo>
                <a:cubicBezTo>
                  <a:pt x="339456" y="4913486"/>
                  <a:pt x="331612" y="4921037"/>
                  <a:pt x="331613" y="4933530"/>
                </a:cubicBezTo>
                <a:cubicBezTo>
                  <a:pt x="331608" y="4945734"/>
                  <a:pt x="339456" y="4953580"/>
                  <a:pt x="352237" y="4953582"/>
                </a:cubicBezTo>
                <a:cubicBezTo>
                  <a:pt x="364153" y="4953577"/>
                  <a:pt x="371990" y="4945737"/>
                  <a:pt x="371987" y="4933533"/>
                </a:cubicBezTo>
                <a:cubicBezTo>
                  <a:pt x="371996" y="4921039"/>
                  <a:pt x="364153" y="4913482"/>
                  <a:pt x="351363" y="4913481"/>
                </a:cubicBezTo>
                <a:close/>
                <a:moveTo>
                  <a:pt x="892593" y="4837587"/>
                </a:moveTo>
                <a:lnTo>
                  <a:pt x="917846" y="4847631"/>
                </a:lnTo>
                <a:cubicBezTo>
                  <a:pt x="924091" y="4854457"/>
                  <a:pt x="927648" y="4864625"/>
                  <a:pt x="927648" y="4877990"/>
                </a:cubicBezTo>
                <a:cubicBezTo>
                  <a:pt x="927648" y="4891355"/>
                  <a:pt x="924091" y="4901524"/>
                  <a:pt x="918100" y="4908353"/>
                </a:cubicBezTo>
                <a:lnTo>
                  <a:pt x="894866" y="4918277"/>
                </a:lnTo>
                <a:lnTo>
                  <a:pt x="868933" y="4908080"/>
                </a:lnTo>
                <a:cubicBezTo>
                  <a:pt x="862645" y="4901288"/>
                  <a:pt x="859062" y="4891172"/>
                  <a:pt x="859062" y="4877877"/>
                </a:cubicBezTo>
                <a:cubicBezTo>
                  <a:pt x="859062" y="4864582"/>
                  <a:pt x="862645" y="4854468"/>
                  <a:pt x="868678" y="4847677"/>
                </a:cubicBezTo>
                <a:close/>
                <a:moveTo>
                  <a:pt x="559057" y="4837499"/>
                </a:moveTo>
                <a:lnTo>
                  <a:pt x="578336" y="4840021"/>
                </a:lnTo>
                <a:cubicBezTo>
                  <a:pt x="583309" y="4841465"/>
                  <a:pt x="585643" y="4843483"/>
                  <a:pt x="585643" y="4847817"/>
                </a:cubicBezTo>
                <a:lnTo>
                  <a:pt x="585643" y="4907937"/>
                </a:lnTo>
                <a:cubicBezTo>
                  <a:pt x="585643" y="4912270"/>
                  <a:pt x="583309" y="4914296"/>
                  <a:pt x="578336" y="4915741"/>
                </a:cubicBezTo>
                <a:lnTo>
                  <a:pt x="558605" y="4918322"/>
                </a:lnTo>
                <a:lnTo>
                  <a:pt x="534559" y="4909442"/>
                </a:lnTo>
                <a:cubicBezTo>
                  <a:pt x="527877" y="4902976"/>
                  <a:pt x="523519" y="4892806"/>
                  <a:pt x="523519" y="4877990"/>
                </a:cubicBezTo>
                <a:cubicBezTo>
                  <a:pt x="523519" y="4863173"/>
                  <a:pt x="527877" y="4853005"/>
                  <a:pt x="534559" y="4846542"/>
                </a:cubicBezTo>
                <a:close/>
                <a:moveTo>
                  <a:pt x="1101680" y="4805359"/>
                </a:moveTo>
                <a:cubicBezTo>
                  <a:pt x="1098192" y="4805359"/>
                  <a:pt x="1095864" y="4807677"/>
                  <a:pt x="1095864" y="4811167"/>
                </a:cubicBezTo>
                <a:lnTo>
                  <a:pt x="1095864" y="4944812"/>
                </a:lnTo>
                <a:cubicBezTo>
                  <a:pt x="1095864" y="4948301"/>
                  <a:pt x="1098192" y="4950628"/>
                  <a:pt x="1101680" y="4950628"/>
                </a:cubicBezTo>
                <a:lnTo>
                  <a:pt x="1127823" y="4950628"/>
                </a:lnTo>
                <a:lnTo>
                  <a:pt x="1128318" y="4950134"/>
                </a:lnTo>
                <a:lnTo>
                  <a:pt x="1130431" y="4950134"/>
                </a:lnTo>
                <a:cubicBezTo>
                  <a:pt x="1133944" y="4950134"/>
                  <a:pt x="1136285" y="4947819"/>
                  <a:pt x="1136285" y="4944348"/>
                </a:cubicBezTo>
                <a:lnTo>
                  <a:pt x="1136285" y="4811405"/>
                </a:lnTo>
                <a:cubicBezTo>
                  <a:pt x="1136285" y="4807934"/>
                  <a:pt x="1133944" y="4805627"/>
                  <a:pt x="1130431" y="4805627"/>
                </a:cubicBezTo>
                <a:lnTo>
                  <a:pt x="1128092" y="4805627"/>
                </a:lnTo>
                <a:lnTo>
                  <a:pt x="1127823" y="4805359"/>
                </a:lnTo>
                <a:close/>
                <a:moveTo>
                  <a:pt x="891920" y="4802455"/>
                </a:moveTo>
                <a:cubicBezTo>
                  <a:pt x="848337" y="4802455"/>
                  <a:pt x="819859" y="4834118"/>
                  <a:pt x="819859" y="4877990"/>
                </a:cubicBezTo>
                <a:cubicBezTo>
                  <a:pt x="819859" y="4921862"/>
                  <a:pt x="848337" y="4953533"/>
                  <a:pt x="893949" y="4953533"/>
                </a:cubicBezTo>
                <a:cubicBezTo>
                  <a:pt x="904845" y="4953533"/>
                  <a:pt x="914796" y="4951553"/>
                  <a:pt x="923593" y="4947899"/>
                </a:cubicBezTo>
                <a:lnTo>
                  <a:pt x="924071" y="4947569"/>
                </a:lnTo>
                <a:lnTo>
                  <a:pt x="924870" y="4947419"/>
                </a:lnTo>
                <a:cubicBezTo>
                  <a:pt x="951435" y="4936512"/>
                  <a:pt x="967553" y="4910608"/>
                  <a:pt x="967553" y="4877877"/>
                </a:cubicBezTo>
                <a:cubicBezTo>
                  <a:pt x="967553" y="4845146"/>
                  <a:pt x="951435" y="4819246"/>
                  <a:pt x="924008" y="4808342"/>
                </a:cubicBezTo>
                <a:lnTo>
                  <a:pt x="922787" y="4808121"/>
                </a:lnTo>
                <a:lnTo>
                  <a:pt x="922737" y="4808088"/>
                </a:lnTo>
                <a:cubicBezTo>
                  <a:pt x="913654" y="4804434"/>
                  <a:pt x="903323" y="4802455"/>
                  <a:pt x="891920" y="4802455"/>
                </a:cubicBezTo>
                <a:close/>
                <a:moveTo>
                  <a:pt x="725443" y="4802455"/>
                </a:moveTo>
                <a:cubicBezTo>
                  <a:pt x="708301" y="4802455"/>
                  <a:pt x="688255" y="4805359"/>
                  <a:pt x="667045" y="4812907"/>
                </a:cubicBezTo>
                <a:lnTo>
                  <a:pt x="666933" y="4813086"/>
                </a:lnTo>
                <a:lnTo>
                  <a:pt x="666650" y="4813136"/>
                </a:lnTo>
                <a:cubicBezTo>
                  <a:pt x="662556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7" y="4944785"/>
                </a:lnTo>
                <a:lnTo>
                  <a:pt x="659777" y="4944812"/>
                </a:lnTo>
                <a:cubicBezTo>
                  <a:pt x="659777" y="4948301"/>
                  <a:pt x="662103" y="4950628"/>
                  <a:pt x="665593" y="4950628"/>
                </a:cubicBezTo>
                <a:lnTo>
                  <a:pt x="691736" y="4950628"/>
                </a:lnTo>
                <a:cubicBezTo>
                  <a:pt x="695225" y="4950628"/>
                  <a:pt x="697552" y="4948301"/>
                  <a:pt x="697552" y="4944812"/>
                </a:cubicBezTo>
                <a:lnTo>
                  <a:pt x="697552" y="4847194"/>
                </a:lnTo>
                <a:lnTo>
                  <a:pt x="704448" y="4839717"/>
                </a:lnTo>
                <a:lnTo>
                  <a:pt x="726010" y="4837419"/>
                </a:lnTo>
                <a:lnTo>
                  <a:pt x="746013" y="4843168"/>
                </a:lnTo>
                <a:lnTo>
                  <a:pt x="754202" y="4862009"/>
                </a:lnTo>
                <a:lnTo>
                  <a:pt x="754202" y="4944812"/>
                </a:lnTo>
                <a:cubicBezTo>
                  <a:pt x="754202" y="4948301"/>
                  <a:pt x="756528" y="4950628"/>
                  <a:pt x="760018" y="4950628"/>
                </a:cubicBezTo>
                <a:lnTo>
                  <a:pt x="786160" y="4950628"/>
                </a:lnTo>
                <a:cubicBezTo>
                  <a:pt x="789650" y="4950628"/>
                  <a:pt x="791976" y="4948301"/>
                  <a:pt x="791976" y="4944812"/>
                </a:cubicBezTo>
                <a:lnTo>
                  <a:pt x="791976" y="4944762"/>
                </a:lnTo>
                <a:lnTo>
                  <a:pt x="792395" y="4944348"/>
                </a:lnTo>
                <a:lnTo>
                  <a:pt x="792395" y="4857065"/>
                </a:lnTo>
                <a:cubicBezTo>
                  <a:pt x="792395" y="4839438"/>
                  <a:pt x="786911" y="4825856"/>
                  <a:pt x="775798" y="4816682"/>
                </a:cubicBezTo>
                <a:lnTo>
                  <a:pt x="775543" y="4816611"/>
                </a:lnTo>
                <a:lnTo>
                  <a:pt x="775486" y="4816471"/>
                </a:lnTo>
                <a:cubicBezTo>
                  <a:pt x="764445" y="4807248"/>
                  <a:pt x="747812" y="4802455"/>
                  <a:pt x="725443" y="4802455"/>
                </a:cubicBezTo>
                <a:close/>
                <a:moveTo>
                  <a:pt x="559834" y="4802455"/>
                </a:moveTo>
                <a:cubicBezTo>
                  <a:pt x="548868" y="4802455"/>
                  <a:pt x="538719" y="4804289"/>
                  <a:pt x="529662" y="4807762"/>
                </a:cubicBezTo>
                <a:lnTo>
                  <a:pt x="529594" y="4807805"/>
                </a:lnTo>
                <a:lnTo>
                  <a:pt x="528372" y="4808018"/>
                </a:lnTo>
                <a:cubicBezTo>
                  <a:pt x="501027" y="4818381"/>
                  <a:pt x="483586" y="4843416"/>
                  <a:pt x="483586" y="4877877"/>
                </a:cubicBezTo>
                <a:cubicBezTo>
                  <a:pt x="483586" y="4912775"/>
                  <a:pt x="498720" y="4937596"/>
                  <a:pt x="526397" y="4947825"/>
                </a:cubicBezTo>
                <a:lnTo>
                  <a:pt x="527142" y="4947947"/>
                </a:lnTo>
                <a:lnTo>
                  <a:pt x="527700" y="4948307"/>
                </a:lnTo>
                <a:cubicBezTo>
                  <a:pt x="536866" y="4951735"/>
                  <a:pt x="547417" y="4953533"/>
                  <a:pt x="559257" y="4953533"/>
                </a:cubicBezTo>
                <a:cubicBezTo>
                  <a:pt x="578428" y="4953533"/>
                  <a:pt x="597022" y="4950331"/>
                  <a:pt x="617069" y="4941908"/>
                </a:cubicBezTo>
                <a:cubicBezTo>
                  <a:pt x="621722" y="4939879"/>
                  <a:pt x="624337" y="4936678"/>
                  <a:pt x="624337" y="4930284"/>
                </a:cubicBezTo>
                <a:lnTo>
                  <a:pt x="624337" y="4824821"/>
                </a:lnTo>
                <a:cubicBezTo>
                  <a:pt x="624337" y="4818138"/>
                  <a:pt x="621722" y="4814946"/>
                  <a:pt x="617069" y="4813204"/>
                </a:cubicBezTo>
                <a:cubicBezTo>
                  <a:pt x="597898" y="4805936"/>
                  <a:pt x="579880" y="4802455"/>
                  <a:pt x="559834" y="4802455"/>
                </a:cubicBezTo>
                <a:close/>
                <a:moveTo>
                  <a:pt x="398011" y="4801292"/>
                </a:moveTo>
                <a:lnTo>
                  <a:pt x="395922" y="4801589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6" y="4940590"/>
                  <a:pt x="423936" y="4944348"/>
                </a:cubicBezTo>
                <a:cubicBezTo>
                  <a:pt x="423645" y="4944931"/>
                  <a:pt x="423645" y="4945505"/>
                  <a:pt x="423645" y="4946089"/>
                </a:cubicBezTo>
                <a:cubicBezTo>
                  <a:pt x="423645" y="4948394"/>
                  <a:pt x="425106" y="4950134"/>
                  <a:pt x="428029" y="4950134"/>
                </a:cubicBezTo>
                <a:lnTo>
                  <a:pt x="429440" y="4950134"/>
                </a:lnTo>
                <a:lnTo>
                  <a:pt x="429969" y="4950628"/>
                </a:lnTo>
                <a:lnTo>
                  <a:pt x="456121" y="4950628"/>
                </a:lnTo>
                <a:cubicBezTo>
                  <a:pt x="460476" y="4950628"/>
                  <a:pt x="462216" y="4949176"/>
                  <a:pt x="463668" y="4944812"/>
                </a:cubicBezTo>
                <a:cubicBezTo>
                  <a:pt x="465418" y="4939879"/>
                  <a:pt x="465995" y="4933196"/>
                  <a:pt x="465995" y="4928255"/>
                </a:cubicBezTo>
                <a:cubicBezTo>
                  <a:pt x="465995" y="4862299"/>
                  <a:pt x="372445" y="4878177"/>
                  <a:pt x="372445" y="4850972"/>
                </a:cubicBezTo>
                <a:cubicBezTo>
                  <a:pt x="372445" y="4846523"/>
                  <a:pt x="374698" y="4842891"/>
                  <a:pt x="378874" y="4840371"/>
                </a:cubicBezTo>
                <a:lnTo>
                  <a:pt x="395404" y="4836760"/>
                </a:lnTo>
                <a:lnTo>
                  <a:pt x="438848" y="4849557"/>
                </a:lnTo>
                <a:cubicBezTo>
                  <a:pt x="440310" y="4850418"/>
                  <a:pt x="441771" y="4850714"/>
                  <a:pt x="443232" y="4850714"/>
                </a:cubicBezTo>
                <a:lnTo>
                  <a:pt x="443815" y="4850347"/>
                </a:lnTo>
                <a:lnTo>
                  <a:pt x="445074" y="4850684"/>
                </a:lnTo>
                <a:cubicBezTo>
                  <a:pt x="447689" y="4850684"/>
                  <a:pt x="450305" y="4849231"/>
                  <a:pt x="451467" y="4846616"/>
                </a:cubicBezTo>
                <a:lnTo>
                  <a:pt x="460476" y="4827435"/>
                </a:lnTo>
                <a:cubicBezTo>
                  <a:pt x="461317" y="4825652"/>
                  <a:pt x="461639" y="4823954"/>
                  <a:pt x="461639" y="4822502"/>
                </a:cubicBezTo>
                <a:cubicBezTo>
                  <a:pt x="461639" y="4820176"/>
                  <a:pt x="460485" y="4817858"/>
                  <a:pt x="458150" y="4816686"/>
                </a:cubicBezTo>
                <a:cubicBezTo>
                  <a:pt x="440141" y="4806226"/>
                  <a:pt x="418635" y="4801292"/>
                  <a:pt x="398011" y="4801292"/>
                </a:cubicBezTo>
                <a:close/>
                <a:moveTo>
                  <a:pt x="1053743" y="4747249"/>
                </a:moveTo>
                <a:cubicBezTo>
                  <a:pt x="1017717" y="4747249"/>
                  <a:pt x="994181" y="4766420"/>
                  <a:pt x="994181" y="4808264"/>
                </a:cubicBezTo>
                <a:lnTo>
                  <a:pt x="994181" y="4944812"/>
                </a:lnTo>
                <a:cubicBezTo>
                  <a:pt x="994181" y="4948301"/>
                  <a:pt x="996508" y="4950628"/>
                  <a:pt x="999997" y="4950628"/>
                </a:cubicBezTo>
                <a:lnTo>
                  <a:pt x="1025851" y="4950628"/>
                </a:lnTo>
                <a:lnTo>
                  <a:pt x="1026345" y="4950134"/>
                </a:lnTo>
                <a:lnTo>
                  <a:pt x="1027794" y="4950134"/>
                </a:lnTo>
                <a:cubicBezTo>
                  <a:pt x="1031306" y="4950134"/>
                  <a:pt x="1033639" y="4947819"/>
                  <a:pt x="1033639" y="4944348"/>
                </a:cubicBezTo>
                <a:lnTo>
                  <a:pt x="1033639" y="4837419"/>
                </a:lnTo>
                <a:lnTo>
                  <a:pt x="1070780" y="4837419"/>
                </a:lnTo>
                <a:cubicBezTo>
                  <a:pt x="1074584" y="4837419"/>
                  <a:pt x="1076625" y="4835105"/>
                  <a:pt x="1076625" y="4831634"/>
                </a:cubicBezTo>
                <a:lnTo>
                  <a:pt x="1076625" y="4811692"/>
                </a:lnTo>
                <a:cubicBezTo>
                  <a:pt x="1076625" y="4807934"/>
                  <a:pt x="1074584" y="4805627"/>
                  <a:pt x="1070780" y="4805627"/>
                </a:cubicBezTo>
                <a:lnTo>
                  <a:pt x="1068815" y="4805627"/>
                </a:lnTo>
                <a:lnTo>
                  <a:pt x="1068559" y="4805359"/>
                </a:lnTo>
                <a:lnTo>
                  <a:pt x="1033639" y="4805359"/>
                </a:lnTo>
                <a:lnTo>
                  <a:pt x="1033639" y="4802443"/>
                </a:lnTo>
                <a:cubicBezTo>
                  <a:pt x="1033639" y="4786548"/>
                  <a:pt x="1040663" y="4778457"/>
                  <a:pt x="1056748" y="4778457"/>
                </a:cubicBezTo>
                <a:cubicBezTo>
                  <a:pt x="1062593" y="4778457"/>
                  <a:pt x="1068892" y="4779901"/>
                  <a:pt x="1071071" y="4779901"/>
                </a:cubicBezTo>
                <a:cubicBezTo>
                  <a:pt x="1074584" y="4779901"/>
                  <a:pt x="1076045" y="4777882"/>
                  <a:pt x="1076625" y="4774411"/>
                </a:cubicBezTo>
                <a:lnTo>
                  <a:pt x="1079556" y="4759385"/>
                </a:lnTo>
                <a:cubicBezTo>
                  <a:pt x="1079813" y="4758050"/>
                  <a:pt x="1080138" y="4756876"/>
                  <a:pt x="1080138" y="4755627"/>
                </a:cubicBezTo>
                <a:cubicBezTo>
                  <a:pt x="1080138" y="4752417"/>
                  <a:pt x="1078386" y="4750711"/>
                  <a:pt x="1074293" y="4749848"/>
                </a:cubicBezTo>
                <a:lnTo>
                  <a:pt x="1072404" y="4749641"/>
                </a:lnTo>
                <a:lnTo>
                  <a:pt x="1072049" y="4749285"/>
                </a:lnTo>
                <a:cubicBezTo>
                  <a:pt x="1066232" y="4747834"/>
                  <a:pt x="1059941" y="4747249"/>
                  <a:pt x="1053743" y="4747249"/>
                </a:cubicBezTo>
                <a:close/>
                <a:moveTo>
                  <a:pt x="1115151" y="4747131"/>
                </a:moveTo>
                <a:cubicBezTo>
                  <a:pt x="1102947" y="4747139"/>
                  <a:pt x="1095102" y="4754688"/>
                  <a:pt x="1095104" y="4767478"/>
                </a:cubicBezTo>
                <a:cubicBezTo>
                  <a:pt x="1095101" y="4779971"/>
                  <a:pt x="1102947" y="4787811"/>
                  <a:pt x="1116017" y="4787818"/>
                </a:cubicBezTo>
                <a:cubicBezTo>
                  <a:pt x="1127933" y="4787817"/>
                  <a:pt x="1136070" y="4779974"/>
                  <a:pt x="1136065" y="4767481"/>
                </a:cubicBezTo>
                <a:cubicBezTo>
                  <a:pt x="1136070" y="4754690"/>
                  <a:pt x="1127933" y="4747137"/>
                  <a:pt x="1115151" y="4747131"/>
                </a:cubicBez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0B90B88F-38E1-44C8-9D6F-1A9BFFE001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8559" y="2915365"/>
            <a:ext cx="4949741" cy="1399251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4800" b="0" i="1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lang="en-US" sz="4800" b="0" i="1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70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  <a:lvl4pPr marL="911955" indent="0">
              <a:buFont typeface="Arial" panose="020B0604020202020204" pitchFamily="34" charset="0"/>
              <a:buNone/>
              <a:defRPr/>
            </a:lvl4pPr>
          </a:lstStyle>
          <a:p>
            <a:pPr marL="761962" lvl="0" indent="-761962" algn="l" defTabSz="914354" rtl="0" eaLnBrk="1" latinLnBrk="0" hangingPunct="1">
              <a:lnSpc>
                <a:spcPct val="90000"/>
              </a:lnSpc>
              <a:spcBef>
                <a:spcPts val="0"/>
              </a:spcBef>
            </a:pPr>
            <a:r>
              <a:rPr lang="de-DE" noProof="0"/>
              <a:t>Mastertextformat bearbeiten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9F6585BF-F3F3-4500-9CFA-EF0D9041E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8559" y="4395894"/>
            <a:ext cx="4949741" cy="710532"/>
          </a:xfrm>
        </p:spPr>
        <p:txBody>
          <a:bodyPr anchor="t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1867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1pPr>
            <a:lvl2pPr marL="302384" indent="0" algn="l">
              <a:lnSpc>
                <a:spcPct val="90000"/>
              </a:lnSpc>
              <a:buFont typeface="Arial" panose="020B0604020202020204" pitchFamily="34" charset="0"/>
              <a:buNone/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70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lang="en-US" sz="1867" b="0" i="0" kern="1200" noProof="0" dirty="0">
                <a:solidFill>
                  <a:schemeClr val="bg1"/>
                </a:solidFill>
                <a:effectLst>
                  <a:outerShdw blurRad="127000" sx="105000" sy="105000" algn="ctr" rotWithShape="0">
                    <a:prstClr val="black">
                      <a:alpha val="9957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</a:lstStyle>
          <a:p>
            <a:pPr marL="380981" lvl="0" indent="-380981" algn="l" defTabSz="914354" rtl="0" eaLnBrk="1" latinLnBrk="0" hangingPunct="1">
              <a:lnSpc>
                <a:spcPct val="100000"/>
              </a:lnSpc>
              <a:spcBef>
                <a:spcPts val="1333"/>
              </a:spcBef>
            </a:pPr>
            <a:r>
              <a:rPr lang="de-DE" noProof="0"/>
              <a:t>Mastertextformat bearbeiten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FB220A98-FE22-4FE9-AB26-E269403DC28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8559" y="1792929"/>
            <a:ext cx="4949741" cy="939945"/>
          </a:xfrm>
        </p:spPr>
        <p:txBody>
          <a:bodyPr anchor="b">
            <a:noAutofit/>
          </a:bodyPr>
          <a:lstStyle>
            <a:lvl1pPr algn="l">
              <a:lnSpc>
                <a:spcPct val="96000"/>
              </a:lnSpc>
              <a:spcAft>
                <a:spcPts val="1333"/>
              </a:spcAft>
              <a:defRPr lang="fr-FR" sz="2933" b="0" i="0" kern="1200" dirty="0" err="1" smtClean="0">
                <a:solidFill>
                  <a:schemeClr val="bg2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800" b="0" i="1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l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 sz="1867">
                <a:solidFill>
                  <a:schemeClr val="bg1"/>
                </a:solidFill>
                <a:effectLst>
                  <a:outerShdw blurRad="1270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5" name="Forme libre : forme 9">
            <a:extLst>
              <a:ext uri="{FF2B5EF4-FFF2-40B4-BE49-F238E27FC236}">
                <a16:creationId xmlns:a16="http://schemas.microsoft.com/office/drawing/2014/main" id="{F4B8DA8B-2C07-4FC6-911D-D340BE461554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6" name="Graphique 7">
            <a:extLst>
              <a:ext uri="{FF2B5EF4-FFF2-40B4-BE49-F238E27FC236}">
                <a16:creationId xmlns:a16="http://schemas.microsoft.com/office/drawing/2014/main" id="{2473C403-3091-45DA-8311-8B80BACBDD7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27" name="Forme libre : forme 9">
              <a:extLst>
                <a:ext uri="{FF2B5EF4-FFF2-40B4-BE49-F238E27FC236}">
                  <a16:creationId xmlns:a16="http://schemas.microsoft.com/office/drawing/2014/main" id="{9A66E28E-1ED8-413A-86AB-392723C99535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8" name="Forme libre : forme 10">
              <a:extLst>
                <a:ext uri="{FF2B5EF4-FFF2-40B4-BE49-F238E27FC236}">
                  <a16:creationId xmlns:a16="http://schemas.microsoft.com/office/drawing/2014/main" id="{332EEDE0-E68F-49D3-A74F-33347ECF61BC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9" name="Forme libre : forme 11">
              <a:extLst>
                <a:ext uri="{FF2B5EF4-FFF2-40B4-BE49-F238E27FC236}">
                  <a16:creationId xmlns:a16="http://schemas.microsoft.com/office/drawing/2014/main" id="{3EA6B076-5413-42E1-95D1-72C23C1D4D5B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220503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next t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C5F3432-6FAD-4E94-8F10-E3A9F64580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351364 w 4572000"/>
              <a:gd name="connsiteY0" fmla="*/ 4913481 h 5143500"/>
              <a:gd name="connsiteX1" fmla="*/ 331614 w 4572000"/>
              <a:gd name="connsiteY1" fmla="*/ 4933530 h 5143500"/>
              <a:gd name="connsiteX2" fmla="*/ 352238 w 4572000"/>
              <a:gd name="connsiteY2" fmla="*/ 4953582 h 5143500"/>
              <a:gd name="connsiteX3" fmla="*/ 371988 w 4572000"/>
              <a:gd name="connsiteY3" fmla="*/ 4933533 h 5143500"/>
              <a:gd name="connsiteX4" fmla="*/ 351364 w 4572000"/>
              <a:gd name="connsiteY4" fmla="*/ 4913481 h 5143500"/>
              <a:gd name="connsiteX5" fmla="*/ 892594 w 4572000"/>
              <a:gd name="connsiteY5" fmla="*/ 4837587 h 5143500"/>
              <a:gd name="connsiteX6" fmla="*/ 917847 w 4572000"/>
              <a:gd name="connsiteY6" fmla="*/ 4847631 h 5143500"/>
              <a:gd name="connsiteX7" fmla="*/ 927649 w 4572000"/>
              <a:gd name="connsiteY7" fmla="*/ 4877990 h 5143500"/>
              <a:gd name="connsiteX8" fmla="*/ 918101 w 4572000"/>
              <a:gd name="connsiteY8" fmla="*/ 4908353 h 5143500"/>
              <a:gd name="connsiteX9" fmla="*/ 894867 w 4572000"/>
              <a:gd name="connsiteY9" fmla="*/ 4918277 h 5143500"/>
              <a:gd name="connsiteX10" fmla="*/ 868934 w 4572000"/>
              <a:gd name="connsiteY10" fmla="*/ 4908080 h 5143500"/>
              <a:gd name="connsiteX11" fmla="*/ 859063 w 4572000"/>
              <a:gd name="connsiteY11" fmla="*/ 4877877 h 5143500"/>
              <a:gd name="connsiteX12" fmla="*/ 868679 w 4572000"/>
              <a:gd name="connsiteY12" fmla="*/ 4847677 h 5143500"/>
              <a:gd name="connsiteX13" fmla="*/ 559058 w 4572000"/>
              <a:gd name="connsiteY13" fmla="*/ 4837499 h 5143500"/>
              <a:gd name="connsiteX14" fmla="*/ 578337 w 4572000"/>
              <a:gd name="connsiteY14" fmla="*/ 4840021 h 5143500"/>
              <a:gd name="connsiteX15" fmla="*/ 585644 w 4572000"/>
              <a:gd name="connsiteY15" fmla="*/ 4847817 h 5143500"/>
              <a:gd name="connsiteX16" fmla="*/ 585644 w 4572000"/>
              <a:gd name="connsiteY16" fmla="*/ 4907937 h 5143500"/>
              <a:gd name="connsiteX17" fmla="*/ 578337 w 4572000"/>
              <a:gd name="connsiteY17" fmla="*/ 4915741 h 5143500"/>
              <a:gd name="connsiteX18" fmla="*/ 558606 w 4572000"/>
              <a:gd name="connsiteY18" fmla="*/ 4918322 h 5143500"/>
              <a:gd name="connsiteX19" fmla="*/ 534560 w 4572000"/>
              <a:gd name="connsiteY19" fmla="*/ 4909442 h 5143500"/>
              <a:gd name="connsiteX20" fmla="*/ 523520 w 4572000"/>
              <a:gd name="connsiteY20" fmla="*/ 4877990 h 5143500"/>
              <a:gd name="connsiteX21" fmla="*/ 534560 w 4572000"/>
              <a:gd name="connsiteY21" fmla="*/ 4846542 h 5143500"/>
              <a:gd name="connsiteX22" fmla="*/ 1101681 w 4572000"/>
              <a:gd name="connsiteY22" fmla="*/ 4805359 h 5143500"/>
              <a:gd name="connsiteX23" fmla="*/ 1095865 w 4572000"/>
              <a:gd name="connsiteY23" fmla="*/ 4811167 h 5143500"/>
              <a:gd name="connsiteX24" fmla="*/ 1095865 w 4572000"/>
              <a:gd name="connsiteY24" fmla="*/ 4944812 h 5143500"/>
              <a:gd name="connsiteX25" fmla="*/ 1101681 w 4572000"/>
              <a:gd name="connsiteY25" fmla="*/ 4950628 h 5143500"/>
              <a:gd name="connsiteX26" fmla="*/ 1127824 w 4572000"/>
              <a:gd name="connsiteY26" fmla="*/ 4950628 h 5143500"/>
              <a:gd name="connsiteX27" fmla="*/ 1128318 w 4572000"/>
              <a:gd name="connsiteY27" fmla="*/ 4950134 h 5143500"/>
              <a:gd name="connsiteX28" fmla="*/ 1130432 w 4572000"/>
              <a:gd name="connsiteY28" fmla="*/ 4950134 h 5143500"/>
              <a:gd name="connsiteX29" fmla="*/ 1136286 w 4572000"/>
              <a:gd name="connsiteY29" fmla="*/ 4944348 h 5143500"/>
              <a:gd name="connsiteX30" fmla="*/ 1136286 w 4572000"/>
              <a:gd name="connsiteY30" fmla="*/ 4811405 h 5143500"/>
              <a:gd name="connsiteX31" fmla="*/ 1130432 w 4572000"/>
              <a:gd name="connsiteY31" fmla="*/ 4805627 h 5143500"/>
              <a:gd name="connsiteX32" fmla="*/ 1128093 w 4572000"/>
              <a:gd name="connsiteY32" fmla="*/ 4805627 h 5143500"/>
              <a:gd name="connsiteX33" fmla="*/ 1127824 w 4572000"/>
              <a:gd name="connsiteY33" fmla="*/ 4805359 h 5143500"/>
              <a:gd name="connsiteX34" fmla="*/ 891921 w 4572000"/>
              <a:gd name="connsiteY34" fmla="*/ 4802455 h 5143500"/>
              <a:gd name="connsiteX35" fmla="*/ 819860 w 4572000"/>
              <a:gd name="connsiteY35" fmla="*/ 4877990 h 5143500"/>
              <a:gd name="connsiteX36" fmla="*/ 893950 w 4572000"/>
              <a:gd name="connsiteY36" fmla="*/ 4953533 h 5143500"/>
              <a:gd name="connsiteX37" fmla="*/ 923594 w 4572000"/>
              <a:gd name="connsiteY37" fmla="*/ 4947899 h 5143500"/>
              <a:gd name="connsiteX38" fmla="*/ 924072 w 4572000"/>
              <a:gd name="connsiteY38" fmla="*/ 4947569 h 5143500"/>
              <a:gd name="connsiteX39" fmla="*/ 924870 w 4572000"/>
              <a:gd name="connsiteY39" fmla="*/ 4947419 h 5143500"/>
              <a:gd name="connsiteX40" fmla="*/ 967554 w 4572000"/>
              <a:gd name="connsiteY40" fmla="*/ 4877877 h 5143500"/>
              <a:gd name="connsiteX41" fmla="*/ 924009 w 4572000"/>
              <a:gd name="connsiteY41" fmla="*/ 4808342 h 5143500"/>
              <a:gd name="connsiteX42" fmla="*/ 922788 w 4572000"/>
              <a:gd name="connsiteY42" fmla="*/ 4808122 h 5143500"/>
              <a:gd name="connsiteX43" fmla="*/ 922738 w 4572000"/>
              <a:gd name="connsiteY43" fmla="*/ 4808088 h 5143500"/>
              <a:gd name="connsiteX44" fmla="*/ 891921 w 4572000"/>
              <a:gd name="connsiteY44" fmla="*/ 4802455 h 5143500"/>
              <a:gd name="connsiteX45" fmla="*/ 725444 w 4572000"/>
              <a:gd name="connsiteY45" fmla="*/ 4802455 h 5143500"/>
              <a:gd name="connsiteX46" fmla="*/ 667046 w 4572000"/>
              <a:gd name="connsiteY46" fmla="*/ 4812907 h 5143500"/>
              <a:gd name="connsiteX47" fmla="*/ 666934 w 4572000"/>
              <a:gd name="connsiteY47" fmla="*/ 4813086 h 5143500"/>
              <a:gd name="connsiteX48" fmla="*/ 666651 w 4572000"/>
              <a:gd name="connsiteY48" fmla="*/ 4813136 h 5143500"/>
              <a:gd name="connsiteX49" fmla="*/ 659335 w 4572000"/>
              <a:gd name="connsiteY49" fmla="*/ 4824699 h 5143500"/>
              <a:gd name="connsiteX50" fmla="*/ 659335 w 4572000"/>
              <a:gd name="connsiteY50" fmla="*/ 4944348 h 5143500"/>
              <a:gd name="connsiteX51" fmla="*/ 659778 w 4572000"/>
              <a:gd name="connsiteY51" fmla="*/ 4944785 h 5143500"/>
              <a:gd name="connsiteX52" fmla="*/ 659778 w 4572000"/>
              <a:gd name="connsiteY52" fmla="*/ 4944812 h 5143500"/>
              <a:gd name="connsiteX53" fmla="*/ 665594 w 4572000"/>
              <a:gd name="connsiteY53" fmla="*/ 4950628 h 5143500"/>
              <a:gd name="connsiteX54" fmla="*/ 691737 w 4572000"/>
              <a:gd name="connsiteY54" fmla="*/ 4950628 h 5143500"/>
              <a:gd name="connsiteX55" fmla="*/ 697553 w 4572000"/>
              <a:gd name="connsiteY55" fmla="*/ 4944812 h 5143500"/>
              <a:gd name="connsiteX56" fmla="*/ 697553 w 4572000"/>
              <a:gd name="connsiteY56" fmla="*/ 4847194 h 5143500"/>
              <a:gd name="connsiteX57" fmla="*/ 704449 w 4572000"/>
              <a:gd name="connsiteY57" fmla="*/ 4839717 h 5143500"/>
              <a:gd name="connsiteX58" fmla="*/ 726010 w 4572000"/>
              <a:gd name="connsiteY58" fmla="*/ 4837419 h 5143500"/>
              <a:gd name="connsiteX59" fmla="*/ 746014 w 4572000"/>
              <a:gd name="connsiteY59" fmla="*/ 4843168 h 5143500"/>
              <a:gd name="connsiteX60" fmla="*/ 754203 w 4572000"/>
              <a:gd name="connsiteY60" fmla="*/ 4862009 h 5143500"/>
              <a:gd name="connsiteX61" fmla="*/ 754203 w 4572000"/>
              <a:gd name="connsiteY61" fmla="*/ 4944812 h 5143500"/>
              <a:gd name="connsiteX62" fmla="*/ 760019 w 4572000"/>
              <a:gd name="connsiteY62" fmla="*/ 4950628 h 5143500"/>
              <a:gd name="connsiteX63" fmla="*/ 786161 w 4572000"/>
              <a:gd name="connsiteY63" fmla="*/ 4950628 h 5143500"/>
              <a:gd name="connsiteX64" fmla="*/ 791977 w 4572000"/>
              <a:gd name="connsiteY64" fmla="*/ 4944812 h 5143500"/>
              <a:gd name="connsiteX65" fmla="*/ 791977 w 4572000"/>
              <a:gd name="connsiteY65" fmla="*/ 4944762 h 5143500"/>
              <a:gd name="connsiteX66" fmla="*/ 792396 w 4572000"/>
              <a:gd name="connsiteY66" fmla="*/ 4944348 h 5143500"/>
              <a:gd name="connsiteX67" fmla="*/ 792396 w 4572000"/>
              <a:gd name="connsiteY67" fmla="*/ 4857065 h 5143500"/>
              <a:gd name="connsiteX68" fmla="*/ 775798 w 4572000"/>
              <a:gd name="connsiteY68" fmla="*/ 4816682 h 5143500"/>
              <a:gd name="connsiteX69" fmla="*/ 775550 w 4572000"/>
              <a:gd name="connsiteY69" fmla="*/ 4816558 h 5143500"/>
              <a:gd name="connsiteX70" fmla="*/ 775487 w 4572000"/>
              <a:gd name="connsiteY70" fmla="*/ 4816471 h 5143500"/>
              <a:gd name="connsiteX71" fmla="*/ 725444 w 4572000"/>
              <a:gd name="connsiteY71" fmla="*/ 4802455 h 5143500"/>
              <a:gd name="connsiteX72" fmla="*/ 559835 w 4572000"/>
              <a:gd name="connsiteY72" fmla="*/ 4802455 h 5143500"/>
              <a:gd name="connsiteX73" fmla="*/ 529663 w 4572000"/>
              <a:gd name="connsiteY73" fmla="*/ 4807762 h 5143500"/>
              <a:gd name="connsiteX74" fmla="*/ 529596 w 4572000"/>
              <a:gd name="connsiteY74" fmla="*/ 4807805 h 5143500"/>
              <a:gd name="connsiteX75" fmla="*/ 528373 w 4572000"/>
              <a:gd name="connsiteY75" fmla="*/ 4808018 h 5143500"/>
              <a:gd name="connsiteX76" fmla="*/ 483587 w 4572000"/>
              <a:gd name="connsiteY76" fmla="*/ 4877877 h 5143500"/>
              <a:gd name="connsiteX77" fmla="*/ 526397 w 4572000"/>
              <a:gd name="connsiteY77" fmla="*/ 4947825 h 5143500"/>
              <a:gd name="connsiteX78" fmla="*/ 527143 w 4572000"/>
              <a:gd name="connsiteY78" fmla="*/ 4947947 h 5143500"/>
              <a:gd name="connsiteX79" fmla="*/ 527701 w 4572000"/>
              <a:gd name="connsiteY79" fmla="*/ 4948307 h 5143500"/>
              <a:gd name="connsiteX80" fmla="*/ 559257 w 4572000"/>
              <a:gd name="connsiteY80" fmla="*/ 4953533 h 5143500"/>
              <a:gd name="connsiteX81" fmla="*/ 617069 w 4572000"/>
              <a:gd name="connsiteY81" fmla="*/ 4941908 h 5143500"/>
              <a:gd name="connsiteX82" fmla="*/ 624338 w 4572000"/>
              <a:gd name="connsiteY82" fmla="*/ 4930284 h 5143500"/>
              <a:gd name="connsiteX83" fmla="*/ 624338 w 4572000"/>
              <a:gd name="connsiteY83" fmla="*/ 4824821 h 5143500"/>
              <a:gd name="connsiteX84" fmla="*/ 617069 w 4572000"/>
              <a:gd name="connsiteY84" fmla="*/ 4813204 h 5143500"/>
              <a:gd name="connsiteX85" fmla="*/ 559835 w 4572000"/>
              <a:gd name="connsiteY85" fmla="*/ 4802455 h 5143500"/>
              <a:gd name="connsiteX86" fmla="*/ 398012 w 4572000"/>
              <a:gd name="connsiteY86" fmla="*/ 4801292 h 5143500"/>
              <a:gd name="connsiteX87" fmla="*/ 396528 w 4572000"/>
              <a:gd name="connsiteY87" fmla="*/ 4801750 h 5143500"/>
              <a:gd name="connsiteX88" fmla="*/ 395863 w 4572000"/>
              <a:gd name="connsiteY88" fmla="*/ 4801582 h 5143500"/>
              <a:gd name="connsiteX89" fmla="*/ 331528 w 4572000"/>
              <a:gd name="connsiteY89" fmla="*/ 4853603 h 5143500"/>
              <a:gd name="connsiteX90" fmla="*/ 425688 w 4572000"/>
              <a:gd name="connsiteY90" fmla="*/ 4933656 h 5143500"/>
              <a:gd name="connsiteX91" fmla="*/ 423937 w 4572000"/>
              <a:gd name="connsiteY91" fmla="*/ 4944348 h 5143500"/>
              <a:gd name="connsiteX92" fmla="*/ 423646 w 4572000"/>
              <a:gd name="connsiteY92" fmla="*/ 4946089 h 5143500"/>
              <a:gd name="connsiteX93" fmla="*/ 428030 w 4572000"/>
              <a:gd name="connsiteY93" fmla="*/ 4950134 h 5143500"/>
              <a:gd name="connsiteX94" fmla="*/ 429441 w 4572000"/>
              <a:gd name="connsiteY94" fmla="*/ 4950134 h 5143500"/>
              <a:gd name="connsiteX95" fmla="*/ 429970 w 4572000"/>
              <a:gd name="connsiteY95" fmla="*/ 4950628 h 5143500"/>
              <a:gd name="connsiteX96" fmla="*/ 456122 w 4572000"/>
              <a:gd name="connsiteY96" fmla="*/ 4950628 h 5143500"/>
              <a:gd name="connsiteX97" fmla="*/ 463669 w 4572000"/>
              <a:gd name="connsiteY97" fmla="*/ 4944812 h 5143500"/>
              <a:gd name="connsiteX98" fmla="*/ 465995 w 4572000"/>
              <a:gd name="connsiteY98" fmla="*/ 4928255 h 5143500"/>
              <a:gd name="connsiteX99" fmla="*/ 372446 w 4572000"/>
              <a:gd name="connsiteY99" fmla="*/ 4850972 h 5143500"/>
              <a:gd name="connsiteX100" fmla="*/ 378875 w 4572000"/>
              <a:gd name="connsiteY100" fmla="*/ 4840371 h 5143500"/>
              <a:gd name="connsiteX101" fmla="*/ 395405 w 4572000"/>
              <a:gd name="connsiteY101" fmla="*/ 4836760 h 5143500"/>
              <a:gd name="connsiteX102" fmla="*/ 438849 w 4572000"/>
              <a:gd name="connsiteY102" fmla="*/ 4849557 h 5143500"/>
              <a:gd name="connsiteX103" fmla="*/ 443233 w 4572000"/>
              <a:gd name="connsiteY103" fmla="*/ 4850714 h 5143500"/>
              <a:gd name="connsiteX104" fmla="*/ 443816 w 4572000"/>
              <a:gd name="connsiteY104" fmla="*/ 4850348 h 5143500"/>
              <a:gd name="connsiteX105" fmla="*/ 445075 w 4572000"/>
              <a:gd name="connsiteY105" fmla="*/ 4850684 h 5143500"/>
              <a:gd name="connsiteX106" fmla="*/ 451468 w 4572000"/>
              <a:gd name="connsiteY106" fmla="*/ 4846616 h 5143500"/>
              <a:gd name="connsiteX107" fmla="*/ 460477 w 4572000"/>
              <a:gd name="connsiteY107" fmla="*/ 4827435 h 5143500"/>
              <a:gd name="connsiteX108" fmla="*/ 461640 w 4572000"/>
              <a:gd name="connsiteY108" fmla="*/ 4822502 h 5143500"/>
              <a:gd name="connsiteX109" fmla="*/ 458151 w 4572000"/>
              <a:gd name="connsiteY109" fmla="*/ 4816686 h 5143500"/>
              <a:gd name="connsiteX110" fmla="*/ 398012 w 4572000"/>
              <a:gd name="connsiteY110" fmla="*/ 4801292 h 5143500"/>
              <a:gd name="connsiteX111" fmla="*/ 1053744 w 4572000"/>
              <a:gd name="connsiteY111" fmla="*/ 4747249 h 5143500"/>
              <a:gd name="connsiteX112" fmla="*/ 994182 w 4572000"/>
              <a:gd name="connsiteY112" fmla="*/ 4808264 h 5143500"/>
              <a:gd name="connsiteX113" fmla="*/ 994182 w 4572000"/>
              <a:gd name="connsiteY113" fmla="*/ 4944812 h 5143500"/>
              <a:gd name="connsiteX114" fmla="*/ 999998 w 4572000"/>
              <a:gd name="connsiteY114" fmla="*/ 4950628 h 5143500"/>
              <a:gd name="connsiteX115" fmla="*/ 1025852 w 4572000"/>
              <a:gd name="connsiteY115" fmla="*/ 4950628 h 5143500"/>
              <a:gd name="connsiteX116" fmla="*/ 1026345 w 4572000"/>
              <a:gd name="connsiteY116" fmla="*/ 4950134 h 5143500"/>
              <a:gd name="connsiteX117" fmla="*/ 1027795 w 4572000"/>
              <a:gd name="connsiteY117" fmla="*/ 4950134 h 5143500"/>
              <a:gd name="connsiteX118" fmla="*/ 1033640 w 4572000"/>
              <a:gd name="connsiteY118" fmla="*/ 4944348 h 5143500"/>
              <a:gd name="connsiteX119" fmla="*/ 1033640 w 4572000"/>
              <a:gd name="connsiteY119" fmla="*/ 4837419 h 5143500"/>
              <a:gd name="connsiteX120" fmla="*/ 1070781 w 4572000"/>
              <a:gd name="connsiteY120" fmla="*/ 4837419 h 5143500"/>
              <a:gd name="connsiteX121" fmla="*/ 1076626 w 4572000"/>
              <a:gd name="connsiteY121" fmla="*/ 4831634 h 5143500"/>
              <a:gd name="connsiteX122" fmla="*/ 1076626 w 4572000"/>
              <a:gd name="connsiteY122" fmla="*/ 4811692 h 5143500"/>
              <a:gd name="connsiteX123" fmla="*/ 1070781 w 4572000"/>
              <a:gd name="connsiteY123" fmla="*/ 4805627 h 5143500"/>
              <a:gd name="connsiteX124" fmla="*/ 1068815 w 4572000"/>
              <a:gd name="connsiteY124" fmla="*/ 4805627 h 5143500"/>
              <a:gd name="connsiteX125" fmla="*/ 1068560 w 4572000"/>
              <a:gd name="connsiteY125" fmla="*/ 4805359 h 5143500"/>
              <a:gd name="connsiteX126" fmla="*/ 1033640 w 4572000"/>
              <a:gd name="connsiteY126" fmla="*/ 4805359 h 5143500"/>
              <a:gd name="connsiteX127" fmla="*/ 1033640 w 4572000"/>
              <a:gd name="connsiteY127" fmla="*/ 4802443 h 5143500"/>
              <a:gd name="connsiteX128" fmla="*/ 1056749 w 4572000"/>
              <a:gd name="connsiteY128" fmla="*/ 4778457 h 5143500"/>
              <a:gd name="connsiteX129" fmla="*/ 1071072 w 4572000"/>
              <a:gd name="connsiteY129" fmla="*/ 4779901 h 5143500"/>
              <a:gd name="connsiteX130" fmla="*/ 1076626 w 4572000"/>
              <a:gd name="connsiteY130" fmla="*/ 4774411 h 5143500"/>
              <a:gd name="connsiteX131" fmla="*/ 1079557 w 4572000"/>
              <a:gd name="connsiteY131" fmla="*/ 4759385 h 5143500"/>
              <a:gd name="connsiteX132" fmla="*/ 1080138 w 4572000"/>
              <a:gd name="connsiteY132" fmla="*/ 4755627 h 5143500"/>
              <a:gd name="connsiteX133" fmla="*/ 1074293 w 4572000"/>
              <a:gd name="connsiteY133" fmla="*/ 4749848 h 5143500"/>
              <a:gd name="connsiteX134" fmla="*/ 1072405 w 4572000"/>
              <a:gd name="connsiteY134" fmla="*/ 4749641 h 5143500"/>
              <a:gd name="connsiteX135" fmla="*/ 1072049 w 4572000"/>
              <a:gd name="connsiteY135" fmla="*/ 4749285 h 5143500"/>
              <a:gd name="connsiteX136" fmla="*/ 1053744 w 4572000"/>
              <a:gd name="connsiteY136" fmla="*/ 4747249 h 5143500"/>
              <a:gd name="connsiteX137" fmla="*/ 1115152 w 4572000"/>
              <a:gd name="connsiteY137" fmla="*/ 4747131 h 5143500"/>
              <a:gd name="connsiteX138" fmla="*/ 1095105 w 4572000"/>
              <a:gd name="connsiteY138" fmla="*/ 4767478 h 5143500"/>
              <a:gd name="connsiteX139" fmla="*/ 1116018 w 4572000"/>
              <a:gd name="connsiteY139" fmla="*/ 4787818 h 5143500"/>
              <a:gd name="connsiteX140" fmla="*/ 1136066 w 4572000"/>
              <a:gd name="connsiteY140" fmla="*/ 4767481 h 5143500"/>
              <a:gd name="connsiteX141" fmla="*/ 1115152 w 4572000"/>
              <a:gd name="connsiteY141" fmla="*/ 4747131 h 5143500"/>
              <a:gd name="connsiteX142" fmla="*/ 0 w 4572000"/>
              <a:gd name="connsiteY142" fmla="*/ 0 h 5143500"/>
              <a:gd name="connsiteX143" fmla="*/ 4572000 w 4572000"/>
              <a:gd name="connsiteY143" fmla="*/ 0 h 5143500"/>
              <a:gd name="connsiteX144" fmla="*/ 4572000 w 4572000"/>
              <a:gd name="connsiteY144" fmla="*/ 5143500 h 5143500"/>
              <a:gd name="connsiteX145" fmla="*/ 0 w 4572000"/>
              <a:gd name="connsiteY145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4572000" h="5143500">
                <a:moveTo>
                  <a:pt x="351364" y="4913481"/>
                </a:moveTo>
                <a:cubicBezTo>
                  <a:pt x="339457" y="4913486"/>
                  <a:pt x="331613" y="4921037"/>
                  <a:pt x="331614" y="4933530"/>
                </a:cubicBezTo>
                <a:cubicBezTo>
                  <a:pt x="331609" y="4945734"/>
                  <a:pt x="339457" y="4953580"/>
                  <a:pt x="352238" y="4953582"/>
                </a:cubicBezTo>
                <a:cubicBezTo>
                  <a:pt x="364154" y="4953577"/>
                  <a:pt x="371991" y="4945737"/>
                  <a:pt x="371988" y="4933533"/>
                </a:cubicBezTo>
                <a:cubicBezTo>
                  <a:pt x="371996" y="4921039"/>
                  <a:pt x="364154" y="4913482"/>
                  <a:pt x="351364" y="4913481"/>
                </a:cubicBezTo>
                <a:close/>
                <a:moveTo>
                  <a:pt x="892594" y="4837587"/>
                </a:moveTo>
                <a:lnTo>
                  <a:pt x="917847" y="4847631"/>
                </a:lnTo>
                <a:cubicBezTo>
                  <a:pt x="924092" y="4854457"/>
                  <a:pt x="927649" y="4864625"/>
                  <a:pt x="927649" y="4877990"/>
                </a:cubicBezTo>
                <a:cubicBezTo>
                  <a:pt x="927649" y="4891355"/>
                  <a:pt x="924092" y="4901524"/>
                  <a:pt x="918101" y="4908353"/>
                </a:cubicBezTo>
                <a:lnTo>
                  <a:pt x="894867" y="4918277"/>
                </a:lnTo>
                <a:lnTo>
                  <a:pt x="868934" y="4908080"/>
                </a:lnTo>
                <a:cubicBezTo>
                  <a:pt x="862646" y="4901288"/>
                  <a:pt x="859063" y="4891172"/>
                  <a:pt x="859063" y="4877877"/>
                </a:cubicBezTo>
                <a:cubicBezTo>
                  <a:pt x="859063" y="4864582"/>
                  <a:pt x="862646" y="4854468"/>
                  <a:pt x="868679" y="4847677"/>
                </a:cubicBezTo>
                <a:close/>
                <a:moveTo>
                  <a:pt x="559058" y="4837499"/>
                </a:moveTo>
                <a:lnTo>
                  <a:pt x="578337" y="4840021"/>
                </a:lnTo>
                <a:cubicBezTo>
                  <a:pt x="583310" y="4841465"/>
                  <a:pt x="585644" y="4843483"/>
                  <a:pt x="585644" y="4847817"/>
                </a:cubicBezTo>
                <a:lnTo>
                  <a:pt x="585644" y="4907937"/>
                </a:lnTo>
                <a:cubicBezTo>
                  <a:pt x="585644" y="4912270"/>
                  <a:pt x="583310" y="4914296"/>
                  <a:pt x="578337" y="4915741"/>
                </a:cubicBezTo>
                <a:lnTo>
                  <a:pt x="558606" y="4918322"/>
                </a:lnTo>
                <a:lnTo>
                  <a:pt x="534560" y="4909442"/>
                </a:lnTo>
                <a:cubicBezTo>
                  <a:pt x="527878" y="4902976"/>
                  <a:pt x="523520" y="4892806"/>
                  <a:pt x="523520" y="4877990"/>
                </a:cubicBezTo>
                <a:cubicBezTo>
                  <a:pt x="523520" y="4863173"/>
                  <a:pt x="527878" y="4853005"/>
                  <a:pt x="534560" y="4846542"/>
                </a:cubicBezTo>
                <a:close/>
                <a:moveTo>
                  <a:pt x="1101681" y="4805359"/>
                </a:moveTo>
                <a:cubicBezTo>
                  <a:pt x="1098193" y="4805359"/>
                  <a:pt x="1095865" y="4807677"/>
                  <a:pt x="1095865" y="4811167"/>
                </a:cubicBezTo>
                <a:lnTo>
                  <a:pt x="1095865" y="4944812"/>
                </a:lnTo>
                <a:cubicBezTo>
                  <a:pt x="1095865" y="4948301"/>
                  <a:pt x="1098193" y="4950628"/>
                  <a:pt x="1101681" y="4950628"/>
                </a:cubicBezTo>
                <a:lnTo>
                  <a:pt x="1127824" y="4950628"/>
                </a:lnTo>
                <a:lnTo>
                  <a:pt x="1128318" y="4950134"/>
                </a:lnTo>
                <a:lnTo>
                  <a:pt x="1130432" y="4950134"/>
                </a:lnTo>
                <a:cubicBezTo>
                  <a:pt x="1133944" y="4950134"/>
                  <a:pt x="1136286" y="4947819"/>
                  <a:pt x="1136286" y="4944348"/>
                </a:cubicBezTo>
                <a:lnTo>
                  <a:pt x="1136286" y="4811405"/>
                </a:lnTo>
                <a:cubicBezTo>
                  <a:pt x="1136286" y="4807934"/>
                  <a:pt x="1133944" y="4805627"/>
                  <a:pt x="1130432" y="4805627"/>
                </a:cubicBezTo>
                <a:lnTo>
                  <a:pt x="1128093" y="4805627"/>
                </a:lnTo>
                <a:lnTo>
                  <a:pt x="1127824" y="4805359"/>
                </a:lnTo>
                <a:close/>
                <a:moveTo>
                  <a:pt x="891921" y="4802455"/>
                </a:moveTo>
                <a:cubicBezTo>
                  <a:pt x="848338" y="4802455"/>
                  <a:pt x="819860" y="4834118"/>
                  <a:pt x="819860" y="4877990"/>
                </a:cubicBezTo>
                <a:cubicBezTo>
                  <a:pt x="819860" y="4921862"/>
                  <a:pt x="848338" y="4953533"/>
                  <a:pt x="893950" y="4953533"/>
                </a:cubicBezTo>
                <a:cubicBezTo>
                  <a:pt x="904845" y="4953533"/>
                  <a:pt x="914796" y="4951553"/>
                  <a:pt x="923594" y="4947899"/>
                </a:cubicBezTo>
                <a:lnTo>
                  <a:pt x="924072" y="4947569"/>
                </a:lnTo>
                <a:lnTo>
                  <a:pt x="924870" y="4947419"/>
                </a:lnTo>
                <a:cubicBezTo>
                  <a:pt x="951435" y="4936512"/>
                  <a:pt x="967554" y="4910608"/>
                  <a:pt x="967554" y="4877877"/>
                </a:cubicBezTo>
                <a:cubicBezTo>
                  <a:pt x="967554" y="4845146"/>
                  <a:pt x="951435" y="4819246"/>
                  <a:pt x="924009" y="4808342"/>
                </a:cubicBezTo>
                <a:lnTo>
                  <a:pt x="922788" y="4808122"/>
                </a:lnTo>
                <a:lnTo>
                  <a:pt x="922738" y="4808088"/>
                </a:lnTo>
                <a:cubicBezTo>
                  <a:pt x="913655" y="4804434"/>
                  <a:pt x="903323" y="4802455"/>
                  <a:pt x="891921" y="4802455"/>
                </a:cubicBezTo>
                <a:close/>
                <a:moveTo>
                  <a:pt x="725444" y="4802455"/>
                </a:moveTo>
                <a:cubicBezTo>
                  <a:pt x="708302" y="4802455"/>
                  <a:pt x="688256" y="4805359"/>
                  <a:pt x="667046" y="4812907"/>
                </a:cubicBezTo>
                <a:lnTo>
                  <a:pt x="666934" y="4813086"/>
                </a:lnTo>
                <a:lnTo>
                  <a:pt x="666651" y="4813136"/>
                </a:lnTo>
                <a:cubicBezTo>
                  <a:pt x="662557" y="4814581"/>
                  <a:pt x="659335" y="4818052"/>
                  <a:pt x="659335" y="4824699"/>
                </a:cubicBezTo>
                <a:lnTo>
                  <a:pt x="659335" y="4944348"/>
                </a:lnTo>
                <a:lnTo>
                  <a:pt x="659778" y="4944785"/>
                </a:lnTo>
                <a:lnTo>
                  <a:pt x="659778" y="4944812"/>
                </a:lnTo>
                <a:cubicBezTo>
                  <a:pt x="659778" y="4948301"/>
                  <a:pt x="662104" y="4950628"/>
                  <a:pt x="665594" y="4950628"/>
                </a:cubicBezTo>
                <a:lnTo>
                  <a:pt x="691737" y="4950628"/>
                </a:lnTo>
                <a:cubicBezTo>
                  <a:pt x="695226" y="4950628"/>
                  <a:pt x="697553" y="4948301"/>
                  <a:pt x="697553" y="4944812"/>
                </a:cubicBezTo>
                <a:lnTo>
                  <a:pt x="697553" y="4847194"/>
                </a:lnTo>
                <a:lnTo>
                  <a:pt x="704449" y="4839717"/>
                </a:lnTo>
                <a:lnTo>
                  <a:pt x="726010" y="4837419"/>
                </a:lnTo>
                <a:lnTo>
                  <a:pt x="746014" y="4843168"/>
                </a:lnTo>
                <a:lnTo>
                  <a:pt x="754203" y="4862009"/>
                </a:lnTo>
                <a:lnTo>
                  <a:pt x="754203" y="4944812"/>
                </a:lnTo>
                <a:cubicBezTo>
                  <a:pt x="754203" y="4948301"/>
                  <a:pt x="756529" y="4950628"/>
                  <a:pt x="760019" y="4950628"/>
                </a:cubicBezTo>
                <a:lnTo>
                  <a:pt x="786161" y="4950628"/>
                </a:lnTo>
                <a:cubicBezTo>
                  <a:pt x="789651" y="4950628"/>
                  <a:pt x="791977" y="4948301"/>
                  <a:pt x="791977" y="4944812"/>
                </a:cubicBezTo>
                <a:lnTo>
                  <a:pt x="791977" y="4944762"/>
                </a:lnTo>
                <a:lnTo>
                  <a:pt x="792396" y="4944348"/>
                </a:lnTo>
                <a:lnTo>
                  <a:pt x="792396" y="4857065"/>
                </a:lnTo>
                <a:cubicBezTo>
                  <a:pt x="792396" y="4839438"/>
                  <a:pt x="786911" y="4825856"/>
                  <a:pt x="775798" y="4816682"/>
                </a:cubicBezTo>
                <a:lnTo>
                  <a:pt x="775550" y="4816558"/>
                </a:lnTo>
                <a:lnTo>
                  <a:pt x="775487" y="4816471"/>
                </a:lnTo>
                <a:cubicBezTo>
                  <a:pt x="764446" y="4807248"/>
                  <a:pt x="747813" y="4802455"/>
                  <a:pt x="725444" y="4802455"/>
                </a:cubicBezTo>
                <a:close/>
                <a:moveTo>
                  <a:pt x="559835" y="4802455"/>
                </a:moveTo>
                <a:cubicBezTo>
                  <a:pt x="548869" y="4802455"/>
                  <a:pt x="538720" y="4804289"/>
                  <a:pt x="529663" y="4807762"/>
                </a:cubicBezTo>
                <a:lnTo>
                  <a:pt x="529596" y="4807805"/>
                </a:lnTo>
                <a:lnTo>
                  <a:pt x="528373" y="4808018"/>
                </a:lnTo>
                <a:cubicBezTo>
                  <a:pt x="501027" y="4818381"/>
                  <a:pt x="483587" y="4843416"/>
                  <a:pt x="483587" y="4877877"/>
                </a:cubicBezTo>
                <a:cubicBezTo>
                  <a:pt x="483587" y="4912775"/>
                  <a:pt x="498720" y="4937596"/>
                  <a:pt x="526397" y="4947825"/>
                </a:cubicBezTo>
                <a:lnTo>
                  <a:pt x="527143" y="4947947"/>
                </a:lnTo>
                <a:lnTo>
                  <a:pt x="527701" y="4948307"/>
                </a:lnTo>
                <a:cubicBezTo>
                  <a:pt x="536867" y="4951735"/>
                  <a:pt x="547417" y="4953533"/>
                  <a:pt x="559257" y="4953533"/>
                </a:cubicBezTo>
                <a:cubicBezTo>
                  <a:pt x="578429" y="4953533"/>
                  <a:pt x="597023" y="4950331"/>
                  <a:pt x="617069" y="4941908"/>
                </a:cubicBezTo>
                <a:cubicBezTo>
                  <a:pt x="621723" y="4939879"/>
                  <a:pt x="624338" y="4936678"/>
                  <a:pt x="624338" y="4930284"/>
                </a:cubicBezTo>
                <a:lnTo>
                  <a:pt x="624338" y="4824821"/>
                </a:lnTo>
                <a:cubicBezTo>
                  <a:pt x="624338" y="4818138"/>
                  <a:pt x="621723" y="4814946"/>
                  <a:pt x="617069" y="4813204"/>
                </a:cubicBezTo>
                <a:cubicBezTo>
                  <a:pt x="597898" y="4805936"/>
                  <a:pt x="579880" y="4802455"/>
                  <a:pt x="559835" y="4802455"/>
                </a:cubicBezTo>
                <a:close/>
                <a:moveTo>
                  <a:pt x="398012" y="4801292"/>
                </a:moveTo>
                <a:lnTo>
                  <a:pt x="396528" y="4801750"/>
                </a:lnTo>
                <a:lnTo>
                  <a:pt x="395863" y="4801582"/>
                </a:lnTo>
                <a:cubicBezTo>
                  <a:pt x="356679" y="4801582"/>
                  <a:pt x="331528" y="4822385"/>
                  <a:pt x="331528" y="4853603"/>
                </a:cubicBezTo>
                <a:cubicBezTo>
                  <a:pt x="331528" y="4914871"/>
                  <a:pt x="425688" y="4891154"/>
                  <a:pt x="425688" y="4933656"/>
                </a:cubicBezTo>
                <a:cubicBezTo>
                  <a:pt x="425688" y="4937989"/>
                  <a:pt x="425107" y="4940590"/>
                  <a:pt x="423937" y="4944348"/>
                </a:cubicBezTo>
                <a:cubicBezTo>
                  <a:pt x="423646" y="4944931"/>
                  <a:pt x="423646" y="4945505"/>
                  <a:pt x="423646" y="4946089"/>
                </a:cubicBezTo>
                <a:cubicBezTo>
                  <a:pt x="423646" y="4948394"/>
                  <a:pt x="425107" y="4950134"/>
                  <a:pt x="428030" y="4950134"/>
                </a:cubicBezTo>
                <a:lnTo>
                  <a:pt x="429441" y="4950134"/>
                </a:lnTo>
                <a:lnTo>
                  <a:pt x="429970" y="4950628"/>
                </a:lnTo>
                <a:lnTo>
                  <a:pt x="456122" y="4950628"/>
                </a:lnTo>
                <a:cubicBezTo>
                  <a:pt x="460477" y="4950628"/>
                  <a:pt x="462217" y="4949176"/>
                  <a:pt x="463669" y="4944812"/>
                </a:cubicBezTo>
                <a:cubicBezTo>
                  <a:pt x="465419" y="4939879"/>
                  <a:pt x="465995" y="4933196"/>
                  <a:pt x="465995" y="4928255"/>
                </a:cubicBezTo>
                <a:cubicBezTo>
                  <a:pt x="465995" y="4862299"/>
                  <a:pt x="372446" y="4878177"/>
                  <a:pt x="372446" y="4850972"/>
                </a:cubicBezTo>
                <a:cubicBezTo>
                  <a:pt x="372446" y="4846523"/>
                  <a:pt x="374698" y="4842891"/>
                  <a:pt x="378875" y="4840371"/>
                </a:cubicBezTo>
                <a:lnTo>
                  <a:pt x="395405" y="4836760"/>
                </a:lnTo>
                <a:lnTo>
                  <a:pt x="438849" y="4849557"/>
                </a:lnTo>
                <a:cubicBezTo>
                  <a:pt x="440310" y="4850418"/>
                  <a:pt x="441772" y="4850714"/>
                  <a:pt x="443233" y="4850714"/>
                </a:cubicBezTo>
                <a:lnTo>
                  <a:pt x="443816" y="4850348"/>
                </a:lnTo>
                <a:lnTo>
                  <a:pt x="445075" y="4850684"/>
                </a:lnTo>
                <a:cubicBezTo>
                  <a:pt x="447690" y="4850684"/>
                  <a:pt x="450306" y="4849231"/>
                  <a:pt x="451468" y="4846616"/>
                </a:cubicBezTo>
                <a:lnTo>
                  <a:pt x="460477" y="4827435"/>
                </a:lnTo>
                <a:cubicBezTo>
                  <a:pt x="461318" y="4825652"/>
                  <a:pt x="461640" y="4823954"/>
                  <a:pt x="461640" y="4822502"/>
                </a:cubicBezTo>
                <a:cubicBezTo>
                  <a:pt x="461640" y="4820176"/>
                  <a:pt x="460486" y="4817858"/>
                  <a:pt x="458151" y="4816686"/>
                </a:cubicBezTo>
                <a:cubicBezTo>
                  <a:pt x="440142" y="4806226"/>
                  <a:pt x="418636" y="4801292"/>
                  <a:pt x="398012" y="4801292"/>
                </a:cubicBezTo>
                <a:close/>
                <a:moveTo>
                  <a:pt x="1053744" y="4747249"/>
                </a:moveTo>
                <a:cubicBezTo>
                  <a:pt x="1017718" y="4747249"/>
                  <a:pt x="994182" y="4766420"/>
                  <a:pt x="994182" y="4808264"/>
                </a:cubicBezTo>
                <a:lnTo>
                  <a:pt x="994182" y="4944812"/>
                </a:lnTo>
                <a:cubicBezTo>
                  <a:pt x="994182" y="4948301"/>
                  <a:pt x="996508" y="4950628"/>
                  <a:pt x="999998" y="4950628"/>
                </a:cubicBezTo>
                <a:lnTo>
                  <a:pt x="1025852" y="4950628"/>
                </a:lnTo>
                <a:lnTo>
                  <a:pt x="1026345" y="4950134"/>
                </a:lnTo>
                <a:lnTo>
                  <a:pt x="1027795" y="4950134"/>
                </a:lnTo>
                <a:cubicBezTo>
                  <a:pt x="1031307" y="4950134"/>
                  <a:pt x="1033640" y="4947819"/>
                  <a:pt x="1033640" y="4944348"/>
                </a:cubicBezTo>
                <a:lnTo>
                  <a:pt x="1033640" y="4837419"/>
                </a:lnTo>
                <a:lnTo>
                  <a:pt x="1070781" y="4837419"/>
                </a:lnTo>
                <a:cubicBezTo>
                  <a:pt x="1074584" y="4837419"/>
                  <a:pt x="1076626" y="4835105"/>
                  <a:pt x="1076626" y="4831634"/>
                </a:cubicBezTo>
                <a:lnTo>
                  <a:pt x="1076626" y="4811692"/>
                </a:lnTo>
                <a:cubicBezTo>
                  <a:pt x="1076626" y="4807934"/>
                  <a:pt x="1074584" y="4805627"/>
                  <a:pt x="1070781" y="4805627"/>
                </a:cubicBezTo>
                <a:lnTo>
                  <a:pt x="1068815" y="4805627"/>
                </a:lnTo>
                <a:lnTo>
                  <a:pt x="1068560" y="4805359"/>
                </a:lnTo>
                <a:lnTo>
                  <a:pt x="1033640" y="4805359"/>
                </a:lnTo>
                <a:lnTo>
                  <a:pt x="1033640" y="4802443"/>
                </a:lnTo>
                <a:cubicBezTo>
                  <a:pt x="1033640" y="4786548"/>
                  <a:pt x="1040664" y="4778457"/>
                  <a:pt x="1056749" y="4778457"/>
                </a:cubicBezTo>
                <a:cubicBezTo>
                  <a:pt x="1062594" y="4778457"/>
                  <a:pt x="1068893" y="4779901"/>
                  <a:pt x="1071072" y="4779901"/>
                </a:cubicBezTo>
                <a:cubicBezTo>
                  <a:pt x="1074584" y="4779901"/>
                  <a:pt x="1076046" y="4777882"/>
                  <a:pt x="1076626" y="4774411"/>
                </a:cubicBezTo>
                <a:lnTo>
                  <a:pt x="1079557" y="4759385"/>
                </a:lnTo>
                <a:cubicBezTo>
                  <a:pt x="1079814" y="4758050"/>
                  <a:pt x="1080138" y="4756876"/>
                  <a:pt x="1080138" y="4755627"/>
                </a:cubicBezTo>
                <a:cubicBezTo>
                  <a:pt x="1080138" y="4752417"/>
                  <a:pt x="1078387" y="4750711"/>
                  <a:pt x="1074293" y="4749848"/>
                </a:cubicBezTo>
                <a:lnTo>
                  <a:pt x="1072405" y="4749641"/>
                </a:lnTo>
                <a:lnTo>
                  <a:pt x="1072049" y="4749285"/>
                </a:lnTo>
                <a:cubicBezTo>
                  <a:pt x="1066233" y="4747834"/>
                  <a:pt x="1059942" y="4747249"/>
                  <a:pt x="1053744" y="4747249"/>
                </a:cubicBezTo>
                <a:close/>
                <a:moveTo>
                  <a:pt x="1115152" y="4747131"/>
                </a:moveTo>
                <a:cubicBezTo>
                  <a:pt x="1102948" y="4747139"/>
                  <a:pt x="1095102" y="4754688"/>
                  <a:pt x="1095105" y="4767478"/>
                </a:cubicBezTo>
                <a:cubicBezTo>
                  <a:pt x="1095102" y="4779971"/>
                  <a:pt x="1102948" y="4787811"/>
                  <a:pt x="1116018" y="4787818"/>
                </a:cubicBezTo>
                <a:cubicBezTo>
                  <a:pt x="1127933" y="4787817"/>
                  <a:pt x="1136071" y="4779974"/>
                  <a:pt x="1136066" y="4767481"/>
                </a:cubicBezTo>
                <a:cubicBezTo>
                  <a:pt x="1136071" y="4754690"/>
                  <a:pt x="1127933" y="4747137"/>
                  <a:pt x="1115152" y="4747131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2" name="Espace réservé du graphique SmartArt 11">
            <a:extLst>
              <a:ext uri="{FF2B5EF4-FFF2-40B4-BE49-F238E27FC236}">
                <a16:creationId xmlns:a16="http://schemas.microsoft.com/office/drawing/2014/main" id="{0F580B26-21D6-4630-AE3D-FB359C1C883E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216310" y="1901915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17" name="Espace réservé du graphique SmartArt 11">
            <a:extLst>
              <a:ext uri="{FF2B5EF4-FFF2-40B4-BE49-F238E27FC236}">
                <a16:creationId xmlns:a16="http://schemas.microsoft.com/office/drawing/2014/main" id="{16B17374-481A-4CE6-8974-CA84865A03CA}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216310" y="4860087"/>
            <a:ext cx="96687" cy="96000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1748CB09-B51F-4AC1-A908-AF052BFFAB5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internal use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8E44FC-CC99-479F-B667-CC0B04AA1BE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5">
            <a:extLst>
              <a:ext uri="{FF2B5EF4-FFF2-40B4-BE49-F238E27FC236}">
                <a16:creationId xmlns:a16="http://schemas.microsoft.com/office/drawing/2014/main" id="{013E5883-7FD1-4C44-9ADB-EE49A08914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06603" y="2500884"/>
            <a:ext cx="4103397" cy="973837"/>
          </a:xfrm>
        </p:spPr>
        <p:txBody>
          <a:bodyPr anchor="b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fr-FR" sz="3200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EF5BFE2C-3893-4574-8E43-0A06788709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06603" y="3490417"/>
            <a:ext cx="4103397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3333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3333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E331AD24-1AAB-440A-917D-3BB2B9658D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06603" y="4113499"/>
            <a:ext cx="4103397" cy="331244"/>
          </a:xfrm>
        </p:spPr>
        <p:txBody>
          <a:bodyPr anchor="t">
            <a:noAutofit/>
          </a:bodyPr>
          <a:lstStyle>
            <a:lvl1pPr marL="0" indent="0" algn="ctr">
              <a:lnSpc>
                <a:spcPct val="96000"/>
              </a:lnSpc>
              <a:spcAft>
                <a:spcPts val="1333"/>
              </a:spcAft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l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 algn="ctr">
              <a:lnSpc>
                <a:spcPct val="100000"/>
              </a:lnSpc>
              <a:spcBef>
                <a:spcPts val="1333"/>
              </a:spcBef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3113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FC96125-BC0F-469E-BA75-F4F2916D50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1"/>
            <a:ext cx="11304000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ith Image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CEC2E05F-5F9D-41D9-A40F-97C2869C7DD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62400" y="0"/>
            <a:ext cx="37296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0A2CB60-A40E-44FE-B4B7-57EBEFEC0D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7647827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614E260-5FC8-4D02-8571-9C1540BB2B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1"/>
            <a:ext cx="7647827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792EA-2F40-4220-B1A0-E938F3FB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1" y="710402"/>
            <a:ext cx="7647827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C8958FB1-822C-4B2B-9E60-C0C47D904D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5" y="425183"/>
            <a:ext cx="7644453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177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ith Imag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9" name="Espace réservé pour une image  3">
            <a:extLst>
              <a:ext uri="{FF2B5EF4-FFF2-40B4-BE49-F238E27FC236}">
                <a16:creationId xmlns:a16="http://schemas.microsoft.com/office/drawing/2014/main" id="{7E64057C-5A6F-41C9-B888-6149A71BAD6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29FD931-0FD5-4A54-8BB1-79F5E8669C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6" y="1577579"/>
            <a:ext cx="5371001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EBA920-ED61-4542-B852-868AA9D5A0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6" y="1943801"/>
            <a:ext cx="5371001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62E878-181A-4B45-B709-990F0EC3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2" y="710402"/>
            <a:ext cx="5371001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04813340-F4EB-4657-BBC8-D1489E0614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5" y="425183"/>
            <a:ext cx="5367628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0722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Image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88BFE2C-28A1-438A-960B-E93F4C5FF58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51325" y="2077803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67A3D333-F7E4-4D2F-8B90-78E621A65AB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96001" y="2077803"/>
            <a:ext cx="2922291" cy="215444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0"/>
              </a:spcAft>
              <a:defRPr sz="10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4" name="Espace réservé pour une image  3">
            <a:extLst>
              <a:ext uri="{FF2B5EF4-FFF2-40B4-BE49-F238E27FC236}">
                <a16:creationId xmlns:a16="http://schemas.microsoft.com/office/drawing/2014/main" id="{D04D9ECA-57E3-42D4-AB59-AFDFC4994F9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44975" y="2439355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Espace réservé pour une image  3">
            <a:extLst>
              <a:ext uri="{FF2B5EF4-FFF2-40B4-BE49-F238E27FC236}">
                <a16:creationId xmlns:a16="http://schemas.microsoft.com/office/drawing/2014/main" id="{A4ACE33E-54EC-45BB-A1EF-BC5E84D636C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096002" y="2439355"/>
            <a:ext cx="2340559" cy="3622821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3DEB9B5-F15A-466E-8080-C371BE1672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19523" y="2439356"/>
            <a:ext cx="2745600" cy="22669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3DFB714-75E9-40A1-A9E1-32341A0AB2F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068500" y="2439356"/>
            <a:ext cx="2744537" cy="22669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1CD7C0F2-9ED1-4D8C-94FB-BE336E7168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841BA8-9107-45A1-B4A7-F5FE729D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0ECD6AB6-FDA6-4E98-9559-44A7DF1F20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405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8BEDC788-81F2-409E-8CE9-FF2A15A919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02083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D96EF966-14FD-41BC-A600-7421C09816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2083" y="1584821"/>
            <a:ext cx="1379716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9C6DAE5-28F5-4BE0-9DAE-75B6B0AC9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33428" y="1519091"/>
            <a:ext cx="1178053" cy="531256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1067" cap="all" baseline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DB385219-3623-4C80-90CB-E73147176A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02083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E7DD041E-74AB-4E79-8DE2-875A9F1E7D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61999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65977EE-862D-4B7C-8337-FDC6002343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62000" y="1584821"/>
            <a:ext cx="1379715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23" name="Espace réservé pour une image  15">
            <a:extLst>
              <a:ext uri="{FF2B5EF4-FFF2-40B4-BE49-F238E27FC236}">
                <a16:creationId xmlns:a16="http://schemas.microsoft.com/office/drawing/2014/main" id="{F89C23CF-B6A6-47AA-A07B-24B1AE35C5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21915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637D886D-DA77-4D52-A839-266F7AEEBC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1916" y="1584821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26" name="Espace réservé pour une image  15">
            <a:extLst>
              <a:ext uri="{FF2B5EF4-FFF2-40B4-BE49-F238E27FC236}">
                <a16:creationId xmlns:a16="http://schemas.microsoft.com/office/drawing/2014/main" id="{4D28439E-7746-4AA1-A924-0AEC11614B8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81831" y="2468972"/>
            <a:ext cx="1379716" cy="18192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40E34842-79F1-492E-A94C-F1F0DECB7D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81832" y="1584821"/>
            <a:ext cx="1379713" cy="532283"/>
          </a:xfrm>
        </p:spPr>
        <p:txBody>
          <a:bodyPr/>
          <a:lstStyle>
            <a:lvl1pPr algn="l">
              <a:lnSpc>
                <a:spcPct val="110000"/>
              </a:lnSpc>
              <a:defRPr sz="34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3DDB0039-9DEF-41FA-9376-CCCD184F4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02083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9F3CCA0F-99FD-49EB-AD69-BB3D91D198E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61999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2E47962C-C9E2-4FED-BEA8-B8A7A8DD49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61999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4F25B19E-3945-49B3-BEAB-C69BF39E230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21911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39A64BFA-75AB-499E-A131-9140B81690A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721911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3B5F3F20-0254-4AB0-8E67-4CD251DE7CC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81823" y="4587065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1337317-15B9-4EF3-81D5-FE9D001892D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381823" y="5039498"/>
            <a:ext cx="1379716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5114C6CE-4866-474F-BF86-38E09FF9D4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5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51B796C-D9CF-43FC-A477-86A208BBE8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6" y="1943801"/>
            <a:ext cx="2827013" cy="429522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C93D6-412D-42D2-B4F0-861F3AFA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2"/>
            <a:ext cx="2827447" cy="7482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1" name="Forme libre : forme 9">
            <a:extLst>
              <a:ext uri="{FF2B5EF4-FFF2-40B4-BE49-F238E27FC236}">
                <a16:creationId xmlns:a16="http://schemas.microsoft.com/office/drawing/2014/main" id="{F5349C85-4F38-41FC-8627-25D47DE73E7F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32" name="Graphique 7">
            <a:extLst>
              <a:ext uri="{FF2B5EF4-FFF2-40B4-BE49-F238E27FC236}">
                <a16:creationId xmlns:a16="http://schemas.microsoft.com/office/drawing/2014/main" id="{06A5D6C0-9CFB-4C86-8BD0-9B0F6C1008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40" name="Forme libre : forme 9">
              <a:extLst>
                <a:ext uri="{FF2B5EF4-FFF2-40B4-BE49-F238E27FC236}">
                  <a16:creationId xmlns:a16="http://schemas.microsoft.com/office/drawing/2014/main" id="{7570A171-087A-451D-8C88-52D822ABF6D0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1" name="Forme libre : forme 10">
              <a:extLst>
                <a:ext uri="{FF2B5EF4-FFF2-40B4-BE49-F238E27FC236}">
                  <a16:creationId xmlns:a16="http://schemas.microsoft.com/office/drawing/2014/main" id="{FC3C9097-DD6E-4680-8304-A8A8F1E97DBB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5" name="Forme libre : forme 11">
              <a:extLst>
                <a:ext uri="{FF2B5EF4-FFF2-40B4-BE49-F238E27FC236}">
                  <a16:creationId xmlns:a16="http://schemas.microsoft.com/office/drawing/2014/main" id="{BDB8E9CF-D9B2-4FB3-B1A5-B96BB1FF6D5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43" name="Espace réservé du texte 5">
            <a:extLst>
              <a:ext uri="{FF2B5EF4-FFF2-40B4-BE49-F238E27FC236}">
                <a16:creationId xmlns:a16="http://schemas.microsoft.com/office/drawing/2014/main" id="{55CF6E0B-A728-4D36-84A3-9989D7D6724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33428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478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Numbers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276DEF-3CBF-476F-8A84-C6760A5FE884}"/>
              </a:ext>
            </a:extLst>
          </p:cNvPr>
          <p:cNvSpPr/>
          <p:nvPr userDrawn="1"/>
        </p:nvSpPr>
        <p:spPr>
          <a:xfrm>
            <a:off x="0" y="0"/>
            <a:ext cx="37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FA975DA-1F61-4E92-847F-881A6B959F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2280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6E50AC3-1EA3-493F-A0D3-634DA300E2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280" y="1577579"/>
            <a:ext cx="6459117" cy="245708"/>
          </a:xfrm>
        </p:spPr>
        <p:txBody>
          <a:bodyPr wrap="square">
            <a:spAutoFit/>
          </a:bodyPr>
          <a:lstStyle>
            <a:lvl1pPr algn="l">
              <a:lnSpc>
                <a:spcPct val="110000"/>
              </a:lnSpc>
              <a:defRPr sz="1600">
                <a:solidFill>
                  <a:schemeClr val="tx1"/>
                </a:solidFill>
              </a:defRPr>
            </a:lvl1pPr>
            <a:lvl2pPr marL="228589" indent="-228589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067"/>
            </a:lvl2pPr>
            <a:lvl3pPr>
              <a:lnSpc>
                <a:spcPct val="110000"/>
              </a:lnSpc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0E2314AF-F33D-4B84-8412-DF73ECC51E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3081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8444AA6E-9EC0-4895-8FC6-4351D2BEE0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53885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E3BC2BD0-41C8-4C7A-BC1B-E444A392D0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4689" y="2220015"/>
            <a:ext cx="1091851" cy="921277"/>
          </a:xfrm>
        </p:spPr>
        <p:txBody>
          <a:bodyPr>
            <a:spAutoFit/>
          </a:bodyPr>
          <a:lstStyle>
            <a:lvl1pPr algn="l">
              <a:lnSpc>
                <a:spcPct val="110000"/>
              </a:lnSpc>
              <a:defRPr sz="60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67"/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E6118210-A598-4833-8C53-BBA66CF579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52279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140FC0A1-6231-4649-9573-C6772F9B84B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52279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2DAC1528-CEDA-41B5-AAAF-B8FF60A576A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253083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5FFDA929-E8A8-4AC0-99CE-44C3C6910A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3083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9709CCCA-F00B-45D4-9788-1FBC4F09A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53887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id="{B5E93FAA-61CE-40AC-8738-0DE2C5E1F4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53887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14A4C1F7-829A-4567-999B-287472F1F4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054691" y="3269350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600">
                <a:solidFill>
                  <a:schemeClr val="accent2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1467">
                <a:solidFill>
                  <a:schemeClr val="accent2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5" name="Espace réservé du texte 4">
            <a:extLst>
              <a:ext uri="{FF2B5EF4-FFF2-40B4-BE49-F238E27FC236}">
                <a16:creationId xmlns:a16="http://schemas.microsoft.com/office/drawing/2014/main" id="{A4030E47-E75C-4A3D-9FAD-95FD358BD5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54691" y="3721783"/>
            <a:ext cx="1694284" cy="419247"/>
          </a:xfrm>
        </p:spPr>
        <p:txBody>
          <a:bodyPr/>
          <a:lstStyle>
            <a:lvl1pPr algn="l">
              <a:lnSpc>
                <a:spcPct val="125000"/>
              </a:lnSpc>
              <a:defRPr sz="1067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Aft>
                <a:spcPts val="533"/>
              </a:spcAft>
              <a:buFont typeface="Arial" panose="020B0604020202020204" pitchFamily="34" charset="0"/>
              <a:buNone/>
              <a:defRPr sz="933">
                <a:solidFill>
                  <a:schemeClr val="tx1"/>
                </a:solidFill>
              </a:defRPr>
            </a:lvl2pPr>
            <a:lvl3pPr marL="307184" indent="0">
              <a:lnSpc>
                <a:spcPct val="110000"/>
              </a:lnSpc>
              <a:buFont typeface="Arial" panose="020B0604020202020204" pitchFamily="34" charset="0"/>
              <a:buNone/>
              <a:defRPr sz="1067">
                <a:latin typeface="+mj-lt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CBC1E183-B986-4005-B87A-30E837CB27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4975" y="1577577"/>
            <a:ext cx="2824073" cy="492443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1183799-5968-4FC4-B6D2-F8DDF1F8685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2035" y="1943801"/>
            <a:ext cx="2827447" cy="42952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02384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609570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911955" indent="-302384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0C5BA-4E6C-49B9-BC13-AE34B754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00" y="710402"/>
            <a:ext cx="2827447" cy="7482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6" name="Forme libre : forme 9">
            <a:extLst>
              <a:ext uri="{FF2B5EF4-FFF2-40B4-BE49-F238E27FC236}">
                <a16:creationId xmlns:a16="http://schemas.microsoft.com/office/drawing/2014/main" id="{A9C36C71-038F-4436-BBC3-96ADAFADF4C5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7" name="Graphique 7">
            <a:extLst>
              <a:ext uri="{FF2B5EF4-FFF2-40B4-BE49-F238E27FC236}">
                <a16:creationId xmlns:a16="http://schemas.microsoft.com/office/drawing/2014/main" id="{DBF91248-A888-4963-A212-5E5A4549B3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8" name="Forme libre : forme 9">
              <a:extLst>
                <a:ext uri="{FF2B5EF4-FFF2-40B4-BE49-F238E27FC236}">
                  <a16:creationId xmlns:a16="http://schemas.microsoft.com/office/drawing/2014/main" id="{68EE507B-C9A9-4C38-B6EF-2887A9778C9A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4" name="Forme libre : forme 10">
              <a:extLst>
                <a:ext uri="{FF2B5EF4-FFF2-40B4-BE49-F238E27FC236}">
                  <a16:creationId xmlns:a16="http://schemas.microsoft.com/office/drawing/2014/main" id="{AE069B0D-3A77-4024-93DE-B14818FED9C1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46" name="Forme libre : forme 11">
              <a:extLst>
                <a:ext uri="{FF2B5EF4-FFF2-40B4-BE49-F238E27FC236}">
                  <a16:creationId xmlns:a16="http://schemas.microsoft.com/office/drawing/2014/main" id="{4FEF900E-F4FF-408E-9225-41DC79A3C407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6" name="Espace réservé du texte 5">
            <a:extLst>
              <a:ext uri="{FF2B5EF4-FFF2-40B4-BE49-F238E27FC236}">
                <a16:creationId xmlns:a16="http://schemas.microsoft.com/office/drawing/2014/main" id="{E84A8FD7-8FA2-4544-A842-D034742C4BE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033428" y="425183"/>
            <a:ext cx="7715547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9127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14" name="Table Placeholder 3">
            <a:extLst>
              <a:ext uri="{FF2B5EF4-FFF2-40B4-BE49-F238E27FC236}">
                <a16:creationId xmlns:a16="http://schemas.microsoft.com/office/drawing/2014/main" id="{828EDE46-3F40-4CF0-8732-22A2312E12B6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441384" y="1942731"/>
            <a:ext cx="11304000" cy="4296292"/>
          </a:xfrm>
        </p:spPr>
        <p:txBody>
          <a:bodyPr anchor="ctr"/>
          <a:lstStyle>
            <a:lvl1pPr algn="ctr">
              <a:defRPr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307184" indent="0"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B46DC04F-F549-4DDB-B1AB-2032A0ED3E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79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467E3-1BB0-45A9-9E32-33434B3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D6189EAE-21AC-4957-96D6-8677EA9983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07184" indent="0">
              <a:spcBef>
                <a:spcPts val="400"/>
              </a:spcBef>
              <a:buFont typeface="Arial" panose="020B0604020202020204" pitchFamily="34" charset="0"/>
              <a:buNone/>
              <a:tabLst>
                <a:tab pos="836042" algn="l"/>
              </a:tabLst>
              <a:defRPr sz="533"/>
            </a:lvl3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4303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bg>
      <p:bgPr>
        <a:solidFill>
          <a:srgbClr val="230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984036"/>
            <a:ext cx="9144000" cy="889928"/>
          </a:xfrm>
        </p:spPr>
        <p:txBody>
          <a:bodyPr anchor="ctr">
            <a:normAutofit/>
          </a:bodyPr>
          <a:lstStyle>
            <a:lvl1pPr algn="ctr">
              <a:defRPr sz="5333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B25D5AC7-4546-4A74-B36B-BA1B41C598C1}"/>
              </a:ext>
            </a:extLst>
          </p:cNvPr>
          <p:cNvSpPr>
            <a:spLocks noGrp="1" noChangeAspect="1"/>
          </p:cNvSpPr>
          <p:nvPr>
            <p:ph type="dgm" sz="quarter" idx="13"/>
          </p:nvPr>
        </p:nvSpPr>
        <p:spPr>
          <a:xfrm>
            <a:off x="6011446" y="4346936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20" name="Espace réservé du graphique SmartArt 19">
            <a:extLst>
              <a:ext uri="{FF2B5EF4-FFF2-40B4-BE49-F238E27FC236}">
                <a16:creationId xmlns:a16="http://schemas.microsoft.com/office/drawing/2014/main" id="{FE783EC5-36F3-4916-B0D5-15355CAD8B2D}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6011446" y="2362265"/>
            <a:ext cx="169113" cy="167915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 noProof="0"/>
              <a:t>Klicken Sie auf das Symbol, um die SmartArt-Grafik hinzuzufügen</a:t>
            </a:r>
            <a:endParaRPr lang="en-US" noProof="0"/>
          </a:p>
        </p:txBody>
      </p:sp>
      <p:sp>
        <p:nvSpPr>
          <p:cNvPr id="18" name="Forme libre : forme 9">
            <a:extLst>
              <a:ext uri="{FF2B5EF4-FFF2-40B4-BE49-F238E27FC236}">
                <a16:creationId xmlns:a16="http://schemas.microsoft.com/office/drawing/2014/main" id="{9BDDF620-0779-479D-AEB4-C14EF8564C01}"/>
              </a:ext>
            </a:extLst>
          </p:cNvPr>
          <p:cNvSpPr>
            <a:spLocks noChangeAspect="1"/>
          </p:cNvSpPr>
          <p:nvPr userDrawn="1"/>
        </p:nvSpPr>
        <p:spPr>
          <a:xfrm>
            <a:off x="5559496" y="6014679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bg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21" name="Graphique 7">
            <a:extLst>
              <a:ext uri="{FF2B5EF4-FFF2-40B4-BE49-F238E27FC236}">
                <a16:creationId xmlns:a16="http://schemas.microsoft.com/office/drawing/2014/main" id="{CCF15C7E-6A99-4286-A9D8-5CFB7F6C2F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60064" y="6013891"/>
            <a:ext cx="1071853" cy="275084"/>
            <a:chOff x="4768103" y="-471733"/>
            <a:chExt cx="744723" cy="191124"/>
          </a:xfrm>
          <a:solidFill>
            <a:schemeClr val="bg1"/>
          </a:solidFill>
        </p:grpSpPr>
        <p:sp>
          <p:nvSpPr>
            <p:cNvPr id="22" name="Forme libre : forme 9">
              <a:extLst>
                <a:ext uri="{FF2B5EF4-FFF2-40B4-BE49-F238E27FC236}">
                  <a16:creationId xmlns:a16="http://schemas.microsoft.com/office/drawing/2014/main" id="{6694094C-70CE-4AC8-A396-70F4CAC44E42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3" name="Forme libre : forme 10">
              <a:extLst>
                <a:ext uri="{FF2B5EF4-FFF2-40B4-BE49-F238E27FC236}">
                  <a16:creationId xmlns:a16="http://schemas.microsoft.com/office/drawing/2014/main" id="{F0CC9C0D-B090-476A-A414-384A1818254E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24" name="Forme libre : forme 11">
              <a:extLst>
                <a:ext uri="{FF2B5EF4-FFF2-40B4-BE49-F238E27FC236}">
                  <a16:creationId xmlns:a16="http://schemas.microsoft.com/office/drawing/2014/main" id="{6DE4ADDB-0CA9-4651-BF0C-18EF0C881B3A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grpFill/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</p:spTree>
    <p:extLst>
      <p:ext uri="{BB962C8B-B14F-4D97-AF65-F5344CB8AC3E}">
        <p14:creationId xmlns:p14="http://schemas.microsoft.com/office/powerpoint/2010/main" val="128662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02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Image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7F63824-61C3-423B-8838-462A58EB36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2624493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98" imgH="499" progId="TCLayout.ActiveDocument.1">
                  <p:embed/>
                </p:oleObj>
              </mc:Choice>
              <mc:Fallback>
                <p:oleObj name="Diapositive think-cell" r:id="rId3" imgW="498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7F63824-61C3-423B-8838-462A58EB36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2078B64-18E4-451F-9BCE-6D16A1680EB5}"/>
              </a:ext>
            </a:extLst>
          </p:cNvPr>
          <p:cNvSpPr/>
          <p:nvPr userDrawn="1"/>
        </p:nvSpPr>
        <p:spPr>
          <a:xfrm>
            <a:off x="5771772" y="0"/>
            <a:ext cx="6420229" cy="6888480"/>
          </a:xfrm>
          <a:custGeom>
            <a:avLst/>
            <a:gdLst>
              <a:gd name="connsiteX0" fmla="*/ 91440 w 3787140"/>
              <a:gd name="connsiteY0" fmla="*/ 0 h 5166360"/>
              <a:gd name="connsiteX1" fmla="*/ 3787140 w 3787140"/>
              <a:gd name="connsiteY1" fmla="*/ 0 h 5166360"/>
              <a:gd name="connsiteX2" fmla="*/ 3787140 w 3787140"/>
              <a:gd name="connsiteY2" fmla="*/ 5166360 h 5166360"/>
              <a:gd name="connsiteX3" fmla="*/ 0 w 3787140"/>
              <a:gd name="connsiteY3" fmla="*/ 5166360 h 5166360"/>
              <a:gd name="connsiteX4" fmla="*/ 91440 w 3787140"/>
              <a:gd name="connsiteY4" fmla="*/ 0 h 5166360"/>
              <a:gd name="connsiteX0" fmla="*/ 60960 w 3756660"/>
              <a:gd name="connsiteY0" fmla="*/ 0 h 5166360"/>
              <a:gd name="connsiteX1" fmla="*/ 3756660 w 3756660"/>
              <a:gd name="connsiteY1" fmla="*/ 0 h 5166360"/>
              <a:gd name="connsiteX2" fmla="*/ 3756660 w 3756660"/>
              <a:gd name="connsiteY2" fmla="*/ 5166360 h 5166360"/>
              <a:gd name="connsiteX3" fmla="*/ 0 w 3756660"/>
              <a:gd name="connsiteY3" fmla="*/ 5151120 h 5166360"/>
              <a:gd name="connsiteX4" fmla="*/ 60960 w 3756660"/>
              <a:gd name="connsiteY4" fmla="*/ 0 h 5166360"/>
              <a:gd name="connsiteX0" fmla="*/ 582758 w 4278458"/>
              <a:gd name="connsiteY0" fmla="*/ 0 h 5166360"/>
              <a:gd name="connsiteX1" fmla="*/ 4278458 w 4278458"/>
              <a:gd name="connsiteY1" fmla="*/ 0 h 5166360"/>
              <a:gd name="connsiteX2" fmla="*/ 4278458 w 4278458"/>
              <a:gd name="connsiteY2" fmla="*/ 5166360 h 5166360"/>
              <a:gd name="connsiteX3" fmla="*/ 521798 w 4278458"/>
              <a:gd name="connsiteY3" fmla="*/ 5151120 h 5166360"/>
              <a:gd name="connsiteX4" fmla="*/ 582758 w 4278458"/>
              <a:gd name="connsiteY4" fmla="*/ 0 h 5166360"/>
              <a:gd name="connsiteX0" fmla="*/ 1066822 w 4762522"/>
              <a:gd name="connsiteY0" fmla="*/ 0 h 5166360"/>
              <a:gd name="connsiteX1" fmla="*/ 4762522 w 4762522"/>
              <a:gd name="connsiteY1" fmla="*/ 0 h 5166360"/>
              <a:gd name="connsiteX2" fmla="*/ 4762522 w 4762522"/>
              <a:gd name="connsiteY2" fmla="*/ 5166360 h 5166360"/>
              <a:gd name="connsiteX3" fmla="*/ 1005862 w 4762522"/>
              <a:gd name="connsiteY3" fmla="*/ 5151120 h 5166360"/>
              <a:gd name="connsiteX4" fmla="*/ 1066822 w 4762522"/>
              <a:gd name="connsiteY4" fmla="*/ 0 h 5166360"/>
              <a:gd name="connsiteX0" fmla="*/ 1119472 w 4815172"/>
              <a:gd name="connsiteY0" fmla="*/ 0 h 5166360"/>
              <a:gd name="connsiteX1" fmla="*/ 4815172 w 4815172"/>
              <a:gd name="connsiteY1" fmla="*/ 0 h 5166360"/>
              <a:gd name="connsiteX2" fmla="*/ 4815172 w 4815172"/>
              <a:gd name="connsiteY2" fmla="*/ 5166360 h 5166360"/>
              <a:gd name="connsiteX3" fmla="*/ 1058512 w 4815172"/>
              <a:gd name="connsiteY3" fmla="*/ 5151120 h 5166360"/>
              <a:gd name="connsiteX4" fmla="*/ 1119472 w 4815172"/>
              <a:gd name="connsiteY4" fmla="*/ 0 h 5166360"/>
              <a:gd name="connsiteX0" fmla="*/ 1119472 w 4815172"/>
              <a:gd name="connsiteY0" fmla="*/ 0 h 5166360"/>
              <a:gd name="connsiteX1" fmla="*/ 4815172 w 4815172"/>
              <a:gd name="connsiteY1" fmla="*/ 0 h 5166360"/>
              <a:gd name="connsiteX2" fmla="*/ 4815172 w 4815172"/>
              <a:gd name="connsiteY2" fmla="*/ 5166360 h 5166360"/>
              <a:gd name="connsiteX3" fmla="*/ 1058512 w 4815172"/>
              <a:gd name="connsiteY3" fmla="*/ 5151120 h 5166360"/>
              <a:gd name="connsiteX4" fmla="*/ 1119472 w 4815172"/>
              <a:gd name="connsiteY4" fmla="*/ 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5172" h="5166360">
                <a:moveTo>
                  <a:pt x="1119472" y="0"/>
                </a:moveTo>
                <a:lnTo>
                  <a:pt x="4815172" y="0"/>
                </a:lnTo>
                <a:lnTo>
                  <a:pt x="4815172" y="5166360"/>
                </a:lnTo>
                <a:lnTo>
                  <a:pt x="1058512" y="5151120"/>
                </a:lnTo>
                <a:cubicBezTo>
                  <a:pt x="-285148" y="3868420"/>
                  <a:pt x="-440088" y="1564640"/>
                  <a:pt x="1119472" y="0"/>
                </a:cubicBezTo>
                <a:close/>
              </a:path>
            </a:pathLst>
          </a:custGeom>
          <a:solidFill>
            <a:srgbClr val="F5F3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88BFE2C-28A1-438A-960B-E93F4C5FF58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92320" y="2306903"/>
            <a:ext cx="4805829" cy="24622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67A3D333-F7E4-4D2F-8B90-78E621A65AB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825932" y="2306903"/>
            <a:ext cx="4805829" cy="246221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1867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33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3DFB714-75E9-40A1-A9E1-32341A0AB2F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85972" y="3022884"/>
            <a:ext cx="4805829" cy="2829321"/>
          </a:xfrm>
        </p:spPr>
        <p:txBody>
          <a:bodyPr/>
          <a:lstStyle>
            <a:lvl1pPr marL="304784" indent="-304784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sz="1600"/>
            </a:lvl1pPr>
            <a:lvl2pPr marL="480460" indent="-241289">
              <a:lnSpc>
                <a:spcPct val="100000"/>
              </a:lnSpc>
              <a:spcBef>
                <a:spcPts val="400"/>
              </a:spcBef>
              <a:buSzPct val="100000"/>
              <a:buFont typeface="Verdana" panose="020B0604030504040204" pitchFamily="34" charset="0"/>
              <a:buChar char="●"/>
              <a:defRPr sz="1600"/>
            </a:lvl2pPr>
            <a:lvl3pPr marL="609570" indent="-131227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/>
            </a:lvl3pPr>
            <a:lvl4pPr marL="910121" indent="-192609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/>
            </a:lvl4pPr>
            <a:lvl5pPr marL="1195857" indent="-237055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02153BA-1BD1-4195-974E-ED0BB898965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825932" y="3022884"/>
            <a:ext cx="4805829" cy="2829321"/>
          </a:xfrm>
        </p:spPr>
        <p:txBody>
          <a:bodyPr/>
          <a:lstStyle>
            <a:lvl1pPr marL="304784" indent="-304784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sz="1600"/>
            </a:lvl1pPr>
            <a:lvl2pPr marL="480460" indent="-241289">
              <a:lnSpc>
                <a:spcPct val="100000"/>
              </a:lnSpc>
              <a:spcBef>
                <a:spcPts val="400"/>
              </a:spcBef>
              <a:buSzPct val="100000"/>
              <a:buFont typeface="Verdana" panose="020B0604030504040204" pitchFamily="34" charset="0"/>
              <a:buChar char="●"/>
              <a:defRPr sz="1600"/>
            </a:lvl2pPr>
            <a:lvl3pPr marL="609570" indent="-131227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/>
            </a:lvl3pPr>
            <a:lvl4pPr marL="910121" indent="-192609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/>
            </a:lvl4pPr>
            <a:lvl5pPr marL="1195857" indent="-237055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Espace réservé de la date 3">
            <a:extLst>
              <a:ext uri="{FF2B5EF4-FFF2-40B4-BE49-F238E27FC236}">
                <a16:creationId xmlns:a16="http://schemas.microsoft.com/office/drawing/2014/main" id="{0F4F78C1-4F5B-4DB3-B66C-0C4F2D095533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8874320" y="970362"/>
            <a:ext cx="2743200" cy="366183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XX . XX . XXXX</a:t>
            </a: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D3F806BC-EF1A-4B8A-B5C7-72577BA8CC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9540" y="707325"/>
            <a:ext cx="5106461" cy="902811"/>
          </a:xfrm>
        </p:spPr>
        <p:txBody>
          <a:bodyPr wrap="square" anchor="ctr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2933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593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20C0A00-28D4-4C67-B162-D686D6845C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internal use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D7EBE-BC7D-4AC5-AD6B-FCD5D270E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FC96125-BC0F-469E-BA75-F4F2916D50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973" y="425183"/>
            <a:ext cx="11304000" cy="164148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sz="1067" b="0" i="0" kern="12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533" b="0" i="0" cap="all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spcBef>
                <a:spcPts val="400"/>
              </a:spcBef>
              <a:tabLst>
                <a:tab pos="836022" algn="l"/>
              </a:tabLst>
              <a:defRPr sz="533"/>
            </a:lvl3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6171-4788-4B4A-B8DB-98CB348C66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033" y="1943802"/>
            <a:ext cx="11304000" cy="4295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214CB94-27AF-41B7-A363-829DCFEBE7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973" y="1577580"/>
            <a:ext cx="11304000" cy="24622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533"/>
              </a:spcBef>
              <a:buFont typeface="Arial" panose="020B0604020202020204" pitchFamily="34" charset="0"/>
              <a:buNone/>
              <a:defRPr sz="1600"/>
            </a:lvl2pPr>
            <a:lvl3pPr>
              <a:lnSpc>
                <a:spcPct val="110000"/>
              </a:lnSpc>
              <a:defRPr lang="en-US" sz="1333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577A6-F24A-4B6D-B7E1-FB31180B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85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E4195D0-11AF-4E0B-B8CD-EE570772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528917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86" imgH="286" progId="TCLayout.ActiveDocument.1">
                  <p:embed/>
                </p:oleObj>
              </mc:Choice>
              <mc:Fallback>
                <p:oleObj name="Diapositive think-cell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E4195D0-11AF-4E0B-B8CD-EE570772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600" y="2085629"/>
            <a:ext cx="11313600" cy="40891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6" y="3922497"/>
            <a:ext cx="5133975" cy="969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3926EB-2B37-454A-B0EC-AF2AA187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9833097" y="3806183"/>
            <a:ext cx="4336123" cy="16401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  <a:t>The elements and propositions included in this document are only work hypotheses. Any Decision which might impact current</a:t>
            </a:r>
            <a:b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en-US" sz="533">
                <a:solidFill>
                  <a:schemeClr val="tx1">
                    <a:lumMod val="60000"/>
                    <a:lumOff val="40000"/>
                  </a:schemeClr>
                </a:solidFill>
              </a:rPr>
              <a:t>organization structure will be taken according to legal and social procedures in place.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7D58-8C06-8CF8-5900-778E645DF3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5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Title with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A3477C-D6FC-D7E0-047E-F20105E4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431" y="1928027"/>
            <a:ext cx="4949741" cy="1656420"/>
          </a:xfrm>
        </p:spPr>
        <p:txBody>
          <a:bodyPr anchor="b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14179443-CD99-4560-A70A-CF3E60CA5C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3431" y="3758158"/>
            <a:ext cx="4949741" cy="537959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2667" b="0" i="1" kern="1200" dirty="0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381" indent="0" algn="ctr">
              <a:lnSpc>
                <a:spcPct val="100000"/>
              </a:lnSpc>
              <a:buFont typeface="Arial" panose="020B0604020202020204" pitchFamily="34" charset="0"/>
              <a:buNone/>
              <a:defRPr sz="2667" b="0" i="1">
                <a:solidFill>
                  <a:schemeClr val="accent2"/>
                </a:soli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33150E7-212E-42D8-857F-00B727BB0E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83431" y="4320499"/>
            <a:ext cx="4949741" cy="770660"/>
          </a:xfrm>
        </p:spPr>
        <p:txBody>
          <a:bodyPr anchor="t">
            <a:noAutofit/>
          </a:bodyPr>
          <a:lstStyle>
            <a:lvl1pPr algn="ctr">
              <a:lnSpc>
                <a:spcPct val="96000"/>
              </a:lnSpc>
              <a:spcAft>
                <a:spcPts val="1333"/>
              </a:spcAft>
              <a:defRPr lang="en-US" sz="1867" b="0" i="0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l">
              <a:lnSpc>
                <a:spcPct val="100000"/>
              </a:lnSpc>
              <a:defRPr lang="en-US" sz="1600" b="0" i="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lnSpc>
                <a:spcPct val="100000"/>
              </a:lnSpc>
              <a:spcBef>
                <a:spcPts val="1333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Espace réservé du graphique SmartArt 18">
            <a:extLst>
              <a:ext uri="{FF2B5EF4-FFF2-40B4-BE49-F238E27FC236}">
                <a16:creationId xmlns:a16="http://schemas.microsoft.com/office/drawing/2014/main" id="{2835F6F0-E601-40E8-8F65-7949A8AA2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9"/>
          </p:nvPr>
        </p:nvSpPr>
        <p:spPr>
          <a:xfrm>
            <a:off x="9190080" y="5169753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B393D89D-0FFD-4664-8FAD-EE45D64CF7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0"/>
            <a:ext cx="6374847" cy="6858000"/>
          </a:xfrm>
          <a:custGeom>
            <a:avLst/>
            <a:gdLst>
              <a:gd name="connsiteX0" fmla="*/ 0 w 4781135"/>
              <a:gd name="connsiteY0" fmla="*/ 0 h 5143500"/>
              <a:gd name="connsiteX1" fmla="*/ 3673235 w 4781135"/>
              <a:gd name="connsiteY1" fmla="*/ 0 h 5143500"/>
              <a:gd name="connsiteX2" fmla="*/ 3843349 w 4781135"/>
              <a:gd name="connsiteY2" fmla="*/ 145970 h 5143500"/>
              <a:gd name="connsiteX3" fmla="*/ 4781135 w 4781135"/>
              <a:gd name="connsiteY3" fmla="*/ 2622891 h 5143500"/>
              <a:gd name="connsiteX4" fmla="*/ 3861453 w 4781135"/>
              <a:gd name="connsiteY4" fmla="*/ 5081299 h 5143500"/>
              <a:gd name="connsiteX5" fmla="*/ 3792118 w 4781135"/>
              <a:gd name="connsiteY5" fmla="*/ 5143500 h 5143500"/>
              <a:gd name="connsiteX6" fmla="*/ 0 w 4781135"/>
              <a:gd name="connsiteY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1135" h="5143500">
                <a:moveTo>
                  <a:pt x="0" y="0"/>
                </a:moveTo>
                <a:lnTo>
                  <a:pt x="3673235" y="0"/>
                </a:lnTo>
                <a:lnTo>
                  <a:pt x="3843349" y="145970"/>
                </a:lnTo>
                <a:cubicBezTo>
                  <a:pt x="4444478" y="723140"/>
                  <a:pt x="4781135" y="1564827"/>
                  <a:pt x="4781135" y="2622891"/>
                </a:cubicBezTo>
                <a:cubicBezTo>
                  <a:pt x="4781257" y="3656845"/>
                  <a:pt x="4444586" y="4498301"/>
                  <a:pt x="3861453" y="5081299"/>
                </a:cubicBezTo>
                <a:lnTo>
                  <a:pt x="3792118" y="5143500"/>
                </a:lnTo>
                <a:lnTo>
                  <a:pt x="0" y="5143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7" name="Espace réservé du graphique SmartArt 19">
            <a:extLst>
              <a:ext uri="{FF2B5EF4-FFF2-40B4-BE49-F238E27FC236}">
                <a16:creationId xmlns:a16="http://schemas.microsoft.com/office/drawing/2014/main" id="{4F60E46E-0715-41F6-BEAC-C9C998D4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dgm" sz="quarter" idx="14"/>
          </p:nvPr>
        </p:nvSpPr>
        <p:spPr>
          <a:xfrm>
            <a:off x="9190080" y="1763754"/>
            <a:ext cx="136443" cy="135473"/>
          </a:xfrm>
          <a:custGeom>
            <a:avLst/>
            <a:gdLst>
              <a:gd name="connsiteX0" fmla="*/ 122355 w 250013"/>
              <a:gd name="connsiteY0" fmla="*/ 0 h 248243"/>
              <a:gd name="connsiteX1" fmla="*/ 250013 w 250013"/>
              <a:gd name="connsiteY1" fmla="*/ 124134 h 248243"/>
              <a:gd name="connsiteX2" fmla="*/ 127674 w 250013"/>
              <a:gd name="connsiteY2" fmla="*/ 248243 h 248243"/>
              <a:gd name="connsiteX3" fmla="*/ 1 w 250013"/>
              <a:gd name="connsiteY3" fmla="*/ 124125 h 248243"/>
              <a:gd name="connsiteX4" fmla="*/ 122355 w 250013"/>
              <a:gd name="connsiteY4" fmla="*/ 0 h 24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013" h="248243">
                <a:moveTo>
                  <a:pt x="122355" y="0"/>
                </a:moveTo>
                <a:cubicBezTo>
                  <a:pt x="200363" y="0"/>
                  <a:pt x="250013" y="46111"/>
                  <a:pt x="250013" y="124134"/>
                </a:cubicBezTo>
                <a:cubicBezTo>
                  <a:pt x="250022" y="200379"/>
                  <a:pt x="200361" y="248234"/>
                  <a:pt x="127674" y="248243"/>
                </a:cubicBezTo>
                <a:cubicBezTo>
                  <a:pt x="47872" y="248236"/>
                  <a:pt x="-6" y="200370"/>
                  <a:pt x="1" y="124125"/>
                </a:cubicBezTo>
                <a:cubicBezTo>
                  <a:pt x="0" y="46103"/>
                  <a:pt x="47874" y="2"/>
                  <a:pt x="122355" y="0"/>
                </a:cubicBezTo>
                <a:close/>
              </a:path>
            </a:pathLst>
          </a:custGeom>
          <a:solidFill>
            <a:schemeClr val="accent2"/>
          </a:solidFill>
          <a:ln w="22225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Klicken Sie auf das Symbol, um die SmartArt-Grafik hinzuzufügen</a:t>
            </a:r>
            <a:endParaRPr lang="fr-FR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8C069D0-B5D0-504E-2496-36A8562926A7}"/>
              </a:ext>
            </a:extLst>
          </p:cNvPr>
          <p:cNvCxnSpPr>
            <a:cxnSpLocks/>
          </p:cNvCxnSpPr>
          <p:nvPr userDrawn="1"/>
        </p:nvCxnSpPr>
        <p:spPr>
          <a:xfrm>
            <a:off x="-741680" y="213360"/>
            <a:ext cx="665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2FFADE2-6BA0-BF42-BCCC-82685DE22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892321" y="3353292"/>
            <a:ext cx="409448" cy="829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0BF80A-315A-D082-FC58-F44416FD9DDD}"/>
              </a:ext>
            </a:extLst>
          </p:cNvPr>
          <p:cNvSpPr txBox="1"/>
          <p:nvPr userDrawn="1"/>
        </p:nvSpPr>
        <p:spPr>
          <a:xfrm>
            <a:off x="-3248927" y="60848"/>
            <a:ext cx="2381589" cy="7091108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467" b="1"/>
              <a:t>How to add an image:</a:t>
            </a:r>
          </a:p>
          <a:p>
            <a:pPr marL="228589" indent="-228589">
              <a:buFontTx/>
              <a:buChar char="-"/>
            </a:pPr>
            <a:r>
              <a:rPr lang="en-US" sz="1467"/>
              <a:t>Click on the icon inside the image placeholder</a:t>
            </a:r>
          </a:p>
          <a:p>
            <a:pPr marL="228589" indent="-228589">
              <a:buFontTx/>
              <a:buChar char="-"/>
            </a:pPr>
            <a:r>
              <a:rPr lang="en-US" sz="1467"/>
              <a:t>Select the image you want to use from your computer</a:t>
            </a:r>
          </a:p>
          <a:p>
            <a:pPr marL="228589" indent="-228589">
              <a:buFontTx/>
              <a:buChar char="-"/>
            </a:pPr>
            <a:r>
              <a:rPr lang="en-US" sz="1467"/>
              <a:t>Click “Open”</a:t>
            </a:r>
          </a:p>
          <a:p>
            <a:pPr marL="228589" indent="-228589">
              <a:buFontTx/>
              <a:buChar char="-"/>
            </a:pPr>
            <a:r>
              <a:rPr lang="en-US" sz="1467"/>
              <a:t>Adjust or crop the image if necessary by using the button “Crop” in the top ribbon.</a:t>
            </a:r>
          </a:p>
          <a:p>
            <a:pPr marL="228589" indent="-228589">
              <a:buFontTx/>
              <a:buChar char="-"/>
            </a:pPr>
            <a:endParaRPr lang="en-US" sz="1467"/>
          </a:p>
          <a:p>
            <a:pPr marL="0" indent="0">
              <a:buFontTx/>
              <a:buNone/>
            </a:pPr>
            <a:endParaRPr lang="en-US" sz="1467"/>
          </a:p>
          <a:p>
            <a:endParaRPr lang="en-US" sz="1467"/>
          </a:p>
          <a:p>
            <a:endParaRPr lang="en-US" sz="1467"/>
          </a:p>
          <a:p>
            <a:r>
              <a:rPr lang="en-US" sz="1467" b="1"/>
              <a:t>Add Alt Text or mark as decorative:</a:t>
            </a:r>
          </a:p>
          <a:p>
            <a:pPr marL="228589" indent="-228589">
              <a:buFontTx/>
              <a:buChar char="-"/>
            </a:pPr>
            <a:r>
              <a:rPr lang="en-US" sz="1467"/>
              <a:t>Right click on the image and select “View Alt Text”.</a:t>
            </a:r>
          </a:p>
          <a:p>
            <a:pPr marL="228589" indent="-228589">
              <a:buFontTx/>
              <a:buChar char="-"/>
            </a:pPr>
            <a:r>
              <a:rPr lang="en-US" sz="1467"/>
              <a:t>Type in the blank field that appears on the right of the slide</a:t>
            </a:r>
          </a:p>
          <a:p>
            <a:pPr marL="228589" indent="-228589">
              <a:buFontTx/>
              <a:buChar char="-"/>
            </a:pPr>
            <a:r>
              <a:rPr lang="en-US" sz="1467"/>
              <a:t>If Alt Text isn’t relevant, tick the box to “Mark element as decorative”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EFBD84C-C1DB-D752-B1E0-1F750781866A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8181299" y="6436447"/>
            <a:ext cx="2169224" cy="222172"/>
          </a:xfrm>
        </p:spPr>
        <p:txBody>
          <a:bodyPr/>
          <a:lstStyle>
            <a:lvl1pPr algn="ctr">
              <a:defRPr/>
            </a:lvl1pPr>
          </a:lstStyle>
          <a:p>
            <a:fld id="{989D2E2A-C60E-4818-A62A-6494C69BB036}" type="datetime1">
              <a:rPr lang="en-US" smtClean="0"/>
              <a:t>5/21/2026</a:t>
            </a:fld>
            <a:endParaRPr lang="en-US"/>
          </a:p>
        </p:txBody>
      </p:sp>
      <p:pic>
        <p:nvPicPr>
          <p:cNvPr id="19" name="Picture 18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26713790-E152-B95B-2524-D60DA3D335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673" y="7508763"/>
            <a:ext cx="696929" cy="97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8D3FEA-FD9E-8042-1FFC-C259AAE6E0B4}"/>
              </a:ext>
            </a:extLst>
          </p:cNvPr>
          <p:cNvSpPr txBox="1"/>
          <p:nvPr userDrawn="1"/>
        </p:nvSpPr>
        <p:spPr>
          <a:xfrm>
            <a:off x="3187424" y="7490948"/>
            <a:ext cx="7736112" cy="995401"/>
          </a:xfrm>
          <a:prstGeom prst="rect">
            <a:avLst/>
          </a:prstGeom>
          <a:solidFill>
            <a:srgbClr val="F4F2F6"/>
          </a:solidFill>
        </p:spPr>
        <p:txBody>
          <a:bodyPr wrap="square" rtlCol="0">
            <a:spAutoFit/>
          </a:bodyPr>
          <a:lstStyle/>
          <a:p>
            <a:r>
              <a:rPr lang="en-US" sz="1467" b="1"/>
              <a:t>How to change date format:</a:t>
            </a:r>
          </a:p>
          <a:p>
            <a:pPr marL="380981" indent="-380981">
              <a:buFontTx/>
              <a:buChar char="-"/>
            </a:pPr>
            <a:r>
              <a:rPr lang="en-US" sz="1467"/>
              <a:t>Go to the “Insert” tab in the top ribbon</a:t>
            </a:r>
          </a:p>
          <a:p>
            <a:pPr marL="380981" indent="-380981">
              <a:buFontTx/>
              <a:buChar char="-"/>
            </a:pPr>
            <a:r>
              <a:rPr lang="en-US" sz="1467"/>
              <a:t>Click on “Header &amp; Footer”</a:t>
            </a:r>
          </a:p>
          <a:p>
            <a:pPr marL="380981" indent="-380981">
              <a:buFontTx/>
              <a:buChar char="-"/>
            </a:pPr>
            <a:r>
              <a:rPr lang="en-US" sz="1467"/>
              <a:t>Choose the desired date format from the dropdown and save your changes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4BFFA5-AAC6-D700-72EE-2DAE1F3EC702}"/>
              </a:ext>
            </a:extLst>
          </p:cNvPr>
          <p:cNvCxnSpPr>
            <a:cxnSpLocks/>
          </p:cNvCxnSpPr>
          <p:nvPr userDrawn="1"/>
        </p:nvCxnSpPr>
        <p:spPr>
          <a:xfrm flipV="1">
            <a:off x="9284824" y="6982460"/>
            <a:ext cx="0" cy="433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Logo">
            <a:extLst>
              <a:ext uri="{FF2B5EF4-FFF2-40B4-BE49-F238E27FC236}">
                <a16:creationId xmlns:a16="http://schemas.microsoft.com/office/drawing/2014/main" id="{9EDD880A-DFFE-4F0B-ACE0-49E81EAC5C5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17485" y="516249"/>
            <a:ext cx="1134681" cy="292121"/>
            <a:chOff x="4767702" y="-472136"/>
            <a:chExt cx="745525" cy="191931"/>
          </a:xfrm>
          <a:solidFill>
            <a:srgbClr val="FFFFFF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3232CF7-6A63-4E62-9BB3-AEC2E2985622}"/>
                </a:ext>
              </a:extLst>
            </p:cNvPr>
            <p:cNvSpPr/>
            <p:nvPr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57EF7850-35A6-4B4B-BC7E-9FC7583FB3C6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2E436654-D7D3-4BBB-9470-2F10DA8514EE}"/>
                </a:ext>
              </a:extLst>
            </p:cNvPr>
            <p:cNvSpPr/>
            <p:nvPr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8F7ED7-7ACD-AADF-A14B-9A6FA8B8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9065" y="8775484"/>
            <a:ext cx="5974080" cy="22217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43491619-034C-EC61-0739-E7F893EE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4968" y="8723335"/>
            <a:ext cx="635000" cy="274324"/>
          </a:xfrm>
        </p:spPr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194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4D7A-10C4-34CE-F72C-6A6BBC59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AAB30001-6B64-1145-701E-2C8C893BC8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991CA3D-AA7B-5C60-7E4D-2B019FAB5E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F805909-1384-4540-A9FB-E8C1541D23C1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7BC42FB-27D4-71F0-7550-E0207D2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B0F7-55DD-40D6-B7F4-70B586885C0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9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5BBE1544-5FC0-B658-951F-E047354DEE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2473793652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54" imgW="306" imgH="306" progId="TCLayout.ActiveDocument.1">
                  <p:embed/>
                </p:oleObj>
              </mc:Choice>
              <mc:Fallback>
                <p:oleObj name="Diapositive think-cell" r:id="rId54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5BBE1544-5FC0-B658-951F-E047354DE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600" y="710402"/>
            <a:ext cx="11313600" cy="74824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600" y="1944000"/>
            <a:ext cx="11304000" cy="42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6443" y="6479323"/>
            <a:ext cx="6459117" cy="17033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  <p:sp>
        <p:nvSpPr>
          <p:cNvPr id="29" name="Espace réservé de la date 28">
            <a:extLst>
              <a:ext uri="{FF2B5EF4-FFF2-40B4-BE49-F238E27FC236}">
                <a16:creationId xmlns:a16="http://schemas.microsoft.com/office/drawing/2014/main" id="{B6D8E440-8C31-4584-85CD-3DE2B7815CCC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4724400" y="6106774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7" b="0" i="0" spc="27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XX . XX . XXXX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14968" y="6427327"/>
            <a:ext cx="635000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6B54B0F7-55DD-40D6-B7F4-70B586885C0B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17" name="Forme libre : forme 9">
            <a:extLst>
              <a:ext uri="{FF2B5EF4-FFF2-40B4-BE49-F238E27FC236}">
                <a16:creationId xmlns:a16="http://schemas.microsoft.com/office/drawing/2014/main" id="{A881F5C4-317B-425E-B915-8F11F339271F}"/>
              </a:ext>
            </a:extLst>
          </p:cNvPr>
          <p:cNvSpPr>
            <a:spLocks noChangeAspect="1"/>
          </p:cNvSpPr>
          <p:nvPr userDrawn="1"/>
        </p:nvSpPr>
        <p:spPr>
          <a:xfrm>
            <a:off x="441599" y="6330316"/>
            <a:ext cx="1073008" cy="273600"/>
          </a:xfrm>
          <a:custGeom>
            <a:avLst/>
            <a:gdLst>
              <a:gd name="connsiteX0" fmla="*/ 689325 w 740699"/>
              <a:gd name="connsiteY0" fmla="*/ 7347 h 191096"/>
              <a:gd name="connsiteX1" fmla="*/ 688790 w 740699"/>
              <a:gd name="connsiteY1" fmla="*/ 10847 h 191096"/>
              <a:gd name="connsiteX2" fmla="*/ 686092 w 740699"/>
              <a:gd name="connsiteY2" fmla="*/ 24840 h 191096"/>
              <a:gd name="connsiteX3" fmla="*/ 680980 w 740699"/>
              <a:gd name="connsiteY3" fmla="*/ 29953 h 191096"/>
              <a:gd name="connsiteX4" fmla="*/ 667797 w 740699"/>
              <a:gd name="connsiteY4" fmla="*/ 28608 h 191096"/>
              <a:gd name="connsiteX5" fmla="*/ 646528 w 740699"/>
              <a:gd name="connsiteY5" fmla="*/ 50946 h 191096"/>
              <a:gd name="connsiteX6" fmla="*/ 646528 w 740699"/>
              <a:gd name="connsiteY6" fmla="*/ 53911 h 191096"/>
              <a:gd name="connsiteX7" fmla="*/ 680712 w 740699"/>
              <a:gd name="connsiteY7" fmla="*/ 53911 h 191096"/>
              <a:gd name="connsiteX8" fmla="*/ 686092 w 740699"/>
              <a:gd name="connsiteY8" fmla="*/ 59559 h 191096"/>
              <a:gd name="connsiteX9" fmla="*/ 686092 w 740699"/>
              <a:gd name="connsiteY9" fmla="*/ 78130 h 191096"/>
              <a:gd name="connsiteX10" fmla="*/ 680712 w 740699"/>
              <a:gd name="connsiteY10" fmla="*/ 83518 h 191096"/>
              <a:gd name="connsiteX11" fmla="*/ 646528 w 740699"/>
              <a:gd name="connsiteY11" fmla="*/ 83518 h 191096"/>
              <a:gd name="connsiteX12" fmla="*/ 646528 w 740699"/>
              <a:gd name="connsiteY12" fmla="*/ 183097 h 191096"/>
              <a:gd name="connsiteX13" fmla="*/ 641148 w 740699"/>
              <a:gd name="connsiteY13" fmla="*/ 188485 h 191096"/>
              <a:gd name="connsiteX14" fmla="*/ 617197 w 740699"/>
              <a:gd name="connsiteY14" fmla="*/ 188485 h 191096"/>
              <a:gd name="connsiteX15" fmla="*/ 611809 w 740699"/>
              <a:gd name="connsiteY15" fmla="*/ 183097 h 191096"/>
              <a:gd name="connsiteX16" fmla="*/ 611809 w 740699"/>
              <a:gd name="connsiteY16" fmla="*/ 56602 h 191096"/>
              <a:gd name="connsiteX17" fmla="*/ 666987 w 740699"/>
              <a:gd name="connsiteY17" fmla="*/ 79 h 191096"/>
              <a:gd name="connsiteX18" fmla="*/ 683945 w 740699"/>
              <a:gd name="connsiteY18" fmla="*/ 1966 h 191096"/>
              <a:gd name="connsiteX19" fmla="*/ 689325 w 740699"/>
              <a:gd name="connsiteY19" fmla="*/ 7347 h 191096"/>
              <a:gd name="connsiteX20" fmla="*/ 741003 w 740699"/>
              <a:gd name="connsiteY20" fmla="*/ 59292 h 191096"/>
              <a:gd name="connsiteX21" fmla="*/ 741003 w 740699"/>
              <a:gd name="connsiteY21" fmla="*/ 183097 h 191096"/>
              <a:gd name="connsiteX22" fmla="*/ 735615 w 740699"/>
              <a:gd name="connsiteY22" fmla="*/ 188485 h 191096"/>
              <a:gd name="connsiteX23" fmla="*/ 711396 w 740699"/>
              <a:gd name="connsiteY23" fmla="*/ 188485 h 191096"/>
              <a:gd name="connsiteX24" fmla="*/ 706008 w 740699"/>
              <a:gd name="connsiteY24" fmla="*/ 183097 h 191096"/>
              <a:gd name="connsiteX25" fmla="*/ 706008 w 740699"/>
              <a:gd name="connsiteY25" fmla="*/ 59292 h 191096"/>
              <a:gd name="connsiteX26" fmla="*/ 711396 w 740699"/>
              <a:gd name="connsiteY26" fmla="*/ 53911 h 191096"/>
              <a:gd name="connsiteX27" fmla="*/ 735615 w 740699"/>
              <a:gd name="connsiteY27" fmla="*/ 53911 h 191096"/>
              <a:gd name="connsiteX28" fmla="*/ 741003 w 740699"/>
              <a:gd name="connsiteY28" fmla="*/ 59292 h 191096"/>
              <a:gd name="connsiteX29" fmla="*/ 518954 w 740699"/>
              <a:gd name="connsiteY29" fmla="*/ 158879 h 191096"/>
              <a:gd name="connsiteX30" fmla="*/ 485847 w 740699"/>
              <a:gd name="connsiteY30" fmla="*/ 121195 h 191096"/>
              <a:gd name="connsiteX31" fmla="*/ 517074 w 740699"/>
              <a:gd name="connsiteY31" fmla="*/ 83518 h 191096"/>
              <a:gd name="connsiteX32" fmla="*/ 550173 w 740699"/>
              <a:gd name="connsiteY32" fmla="*/ 121195 h 191096"/>
              <a:gd name="connsiteX33" fmla="*/ 518954 w 740699"/>
              <a:gd name="connsiteY33" fmla="*/ 158879 h 191096"/>
              <a:gd name="connsiteX34" fmla="*/ 517074 w 740699"/>
              <a:gd name="connsiteY34" fmla="*/ 51221 h 191096"/>
              <a:gd name="connsiteX35" fmla="*/ 450317 w 740699"/>
              <a:gd name="connsiteY35" fmla="*/ 121195 h 191096"/>
              <a:gd name="connsiteX36" fmla="*/ 518954 w 740699"/>
              <a:gd name="connsiteY36" fmla="*/ 191176 h 191096"/>
              <a:gd name="connsiteX37" fmla="*/ 585702 w 740699"/>
              <a:gd name="connsiteY37" fmla="*/ 121195 h 191096"/>
              <a:gd name="connsiteX38" fmla="*/ 517074 w 740699"/>
              <a:gd name="connsiteY38" fmla="*/ 51221 h 191096"/>
              <a:gd name="connsiteX39" fmla="*/ 424486 w 740699"/>
              <a:gd name="connsiteY39" fmla="*/ 101813 h 191096"/>
              <a:gd name="connsiteX40" fmla="*/ 424486 w 740699"/>
              <a:gd name="connsiteY40" fmla="*/ 183097 h 191096"/>
              <a:gd name="connsiteX41" fmla="*/ 419098 w 740699"/>
              <a:gd name="connsiteY41" fmla="*/ 188485 h 191096"/>
              <a:gd name="connsiteX42" fmla="*/ 394880 w 740699"/>
              <a:gd name="connsiteY42" fmla="*/ 188485 h 191096"/>
              <a:gd name="connsiteX43" fmla="*/ 389492 w 740699"/>
              <a:gd name="connsiteY43" fmla="*/ 183097 h 191096"/>
              <a:gd name="connsiteX44" fmla="*/ 389492 w 740699"/>
              <a:gd name="connsiteY44" fmla="*/ 106391 h 191096"/>
              <a:gd name="connsiteX45" fmla="*/ 363385 w 740699"/>
              <a:gd name="connsiteY45" fmla="*/ 83518 h 191096"/>
              <a:gd name="connsiteX46" fmla="*/ 343469 w 740699"/>
              <a:gd name="connsiteY46" fmla="*/ 85665 h 191096"/>
              <a:gd name="connsiteX47" fmla="*/ 337012 w 740699"/>
              <a:gd name="connsiteY47" fmla="*/ 92666 h 191096"/>
              <a:gd name="connsiteX48" fmla="*/ 337012 w 740699"/>
              <a:gd name="connsiteY48" fmla="*/ 183097 h 191096"/>
              <a:gd name="connsiteX49" fmla="*/ 331624 w 740699"/>
              <a:gd name="connsiteY49" fmla="*/ 188485 h 191096"/>
              <a:gd name="connsiteX50" fmla="*/ 307405 w 740699"/>
              <a:gd name="connsiteY50" fmla="*/ 188485 h 191096"/>
              <a:gd name="connsiteX51" fmla="*/ 302017 w 740699"/>
              <a:gd name="connsiteY51" fmla="*/ 183097 h 191096"/>
              <a:gd name="connsiteX52" fmla="*/ 302017 w 740699"/>
              <a:gd name="connsiteY52" fmla="*/ 71672 h 191096"/>
              <a:gd name="connsiteX53" fmla="*/ 308750 w 740699"/>
              <a:gd name="connsiteY53" fmla="*/ 60904 h 191096"/>
              <a:gd name="connsiteX54" fmla="*/ 362850 w 740699"/>
              <a:gd name="connsiteY54" fmla="*/ 51221 h 191096"/>
              <a:gd name="connsiteX55" fmla="*/ 424486 w 740699"/>
              <a:gd name="connsiteY55" fmla="*/ 101813 h 191096"/>
              <a:gd name="connsiteX56" fmla="*/ 122497 w 740699"/>
              <a:gd name="connsiteY56" fmla="*/ 167759 h 191096"/>
              <a:gd name="connsiteX57" fmla="*/ 120342 w 740699"/>
              <a:gd name="connsiteY57" fmla="*/ 183097 h 191096"/>
              <a:gd name="connsiteX58" fmla="*/ 113350 w 740699"/>
              <a:gd name="connsiteY58" fmla="*/ 188485 h 191096"/>
              <a:gd name="connsiteX59" fmla="*/ 89123 w 740699"/>
              <a:gd name="connsiteY59" fmla="*/ 188485 h 191096"/>
              <a:gd name="connsiteX60" fmla="*/ 85088 w 740699"/>
              <a:gd name="connsiteY60" fmla="*/ 184718 h 191096"/>
              <a:gd name="connsiteX61" fmla="*/ 85356 w 740699"/>
              <a:gd name="connsiteY61" fmla="*/ 183097 h 191096"/>
              <a:gd name="connsiteX62" fmla="*/ 86968 w 740699"/>
              <a:gd name="connsiteY62" fmla="*/ 173140 h 191096"/>
              <a:gd name="connsiteX63" fmla="*/ 303 w 740699"/>
              <a:gd name="connsiteY63" fmla="*/ 98589 h 191096"/>
              <a:gd name="connsiteX64" fmla="*/ 59517 w 740699"/>
              <a:gd name="connsiteY64" fmla="*/ 50144 h 191096"/>
              <a:gd name="connsiteX65" fmla="*/ 115230 w 740699"/>
              <a:gd name="connsiteY65" fmla="*/ 64404 h 191096"/>
              <a:gd name="connsiteX66" fmla="*/ 118462 w 740699"/>
              <a:gd name="connsiteY66" fmla="*/ 69792 h 191096"/>
              <a:gd name="connsiteX67" fmla="*/ 117385 w 740699"/>
              <a:gd name="connsiteY67" fmla="*/ 74362 h 191096"/>
              <a:gd name="connsiteX68" fmla="*/ 109039 w 740699"/>
              <a:gd name="connsiteY68" fmla="*/ 92131 h 191096"/>
              <a:gd name="connsiteX69" fmla="*/ 103116 w 740699"/>
              <a:gd name="connsiteY69" fmla="*/ 95899 h 191096"/>
              <a:gd name="connsiteX70" fmla="*/ 99081 w 740699"/>
              <a:gd name="connsiteY70" fmla="*/ 94821 h 191096"/>
              <a:gd name="connsiteX71" fmla="*/ 58439 w 740699"/>
              <a:gd name="connsiteY71" fmla="*/ 82708 h 191096"/>
              <a:gd name="connsiteX72" fmla="*/ 35833 w 740699"/>
              <a:gd name="connsiteY72" fmla="*/ 96166 h 191096"/>
              <a:gd name="connsiteX73" fmla="*/ 122497 w 740699"/>
              <a:gd name="connsiteY73" fmla="*/ 167759 h 191096"/>
              <a:gd name="connsiteX74" fmla="*/ 234191 w 740699"/>
              <a:gd name="connsiteY74" fmla="*/ 149189 h 191096"/>
              <a:gd name="connsiteX75" fmla="*/ 227466 w 740699"/>
              <a:gd name="connsiteY75" fmla="*/ 156456 h 191096"/>
              <a:gd name="connsiteX76" fmla="*/ 209162 w 740699"/>
              <a:gd name="connsiteY76" fmla="*/ 158879 h 191096"/>
              <a:gd name="connsiteX77" fmla="*/ 175788 w 740699"/>
              <a:gd name="connsiteY77" fmla="*/ 121195 h 191096"/>
              <a:gd name="connsiteX78" fmla="*/ 209162 w 740699"/>
              <a:gd name="connsiteY78" fmla="*/ 83518 h 191096"/>
              <a:gd name="connsiteX79" fmla="*/ 227466 w 740699"/>
              <a:gd name="connsiteY79" fmla="*/ 85941 h 191096"/>
              <a:gd name="connsiteX80" fmla="*/ 234191 w 740699"/>
              <a:gd name="connsiteY80" fmla="*/ 93201 h 191096"/>
              <a:gd name="connsiteX81" fmla="*/ 234191 w 740699"/>
              <a:gd name="connsiteY81" fmla="*/ 149189 h 191096"/>
              <a:gd name="connsiteX82" fmla="*/ 262452 w 740699"/>
              <a:gd name="connsiteY82" fmla="*/ 61179 h 191096"/>
              <a:gd name="connsiteX83" fmla="*/ 209430 w 740699"/>
              <a:gd name="connsiteY83" fmla="*/ 51221 h 191096"/>
              <a:gd name="connsiteX84" fmla="*/ 140258 w 740699"/>
              <a:gd name="connsiteY84" fmla="*/ 121195 h 191096"/>
              <a:gd name="connsiteX85" fmla="*/ 208895 w 740699"/>
              <a:gd name="connsiteY85" fmla="*/ 191176 h 191096"/>
              <a:gd name="connsiteX86" fmla="*/ 262452 w 740699"/>
              <a:gd name="connsiteY86" fmla="*/ 180407 h 191096"/>
              <a:gd name="connsiteX87" fmla="*/ 269185 w 740699"/>
              <a:gd name="connsiteY87" fmla="*/ 169639 h 191096"/>
              <a:gd name="connsiteX88" fmla="*/ 269185 w 740699"/>
              <a:gd name="connsiteY88" fmla="*/ 71940 h 191096"/>
              <a:gd name="connsiteX89" fmla="*/ 262452 w 740699"/>
              <a:gd name="connsiteY89" fmla="*/ 61179 h 19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740699" h="191096">
                <a:moveTo>
                  <a:pt x="689325" y="7347"/>
                </a:moveTo>
                <a:cubicBezTo>
                  <a:pt x="689325" y="8511"/>
                  <a:pt x="689026" y="9604"/>
                  <a:pt x="688790" y="10847"/>
                </a:cubicBezTo>
                <a:lnTo>
                  <a:pt x="686092" y="24840"/>
                </a:lnTo>
                <a:cubicBezTo>
                  <a:pt x="685558" y="28073"/>
                  <a:pt x="684213" y="29953"/>
                  <a:pt x="680980" y="29953"/>
                </a:cubicBezTo>
                <a:cubicBezTo>
                  <a:pt x="678974" y="29953"/>
                  <a:pt x="673177" y="28608"/>
                  <a:pt x="667797" y="28608"/>
                </a:cubicBezTo>
                <a:cubicBezTo>
                  <a:pt x="652993" y="28608"/>
                  <a:pt x="646528" y="36143"/>
                  <a:pt x="646528" y="50946"/>
                </a:cubicBezTo>
                <a:lnTo>
                  <a:pt x="646528" y="53911"/>
                </a:lnTo>
                <a:lnTo>
                  <a:pt x="680712" y="53911"/>
                </a:lnTo>
                <a:cubicBezTo>
                  <a:pt x="684213" y="53911"/>
                  <a:pt x="686092" y="56059"/>
                  <a:pt x="686092" y="59559"/>
                </a:cubicBezTo>
                <a:lnTo>
                  <a:pt x="686092" y="78130"/>
                </a:lnTo>
                <a:cubicBezTo>
                  <a:pt x="686092" y="81363"/>
                  <a:pt x="684213" y="83518"/>
                  <a:pt x="680712" y="83518"/>
                </a:cubicBezTo>
                <a:lnTo>
                  <a:pt x="646528" y="83518"/>
                </a:lnTo>
                <a:lnTo>
                  <a:pt x="646528" y="183097"/>
                </a:lnTo>
                <a:cubicBezTo>
                  <a:pt x="646528" y="186330"/>
                  <a:pt x="644380" y="188485"/>
                  <a:pt x="641148" y="188485"/>
                </a:cubicBezTo>
                <a:lnTo>
                  <a:pt x="617197" y="188485"/>
                </a:lnTo>
                <a:cubicBezTo>
                  <a:pt x="613964" y="188485"/>
                  <a:pt x="611809" y="186330"/>
                  <a:pt x="611809" y="183097"/>
                </a:cubicBezTo>
                <a:lnTo>
                  <a:pt x="611809" y="56602"/>
                </a:lnTo>
                <a:cubicBezTo>
                  <a:pt x="611809" y="17839"/>
                  <a:pt x="633612" y="79"/>
                  <a:pt x="666987" y="79"/>
                </a:cubicBezTo>
                <a:cubicBezTo>
                  <a:pt x="672729" y="79"/>
                  <a:pt x="678557" y="621"/>
                  <a:pt x="683945" y="1966"/>
                </a:cubicBezTo>
                <a:cubicBezTo>
                  <a:pt x="687713" y="2769"/>
                  <a:pt x="689325" y="4358"/>
                  <a:pt x="689325" y="7347"/>
                </a:cubicBezTo>
                <a:moveTo>
                  <a:pt x="741003" y="59292"/>
                </a:moveTo>
                <a:lnTo>
                  <a:pt x="741003" y="183097"/>
                </a:lnTo>
                <a:cubicBezTo>
                  <a:pt x="741003" y="186330"/>
                  <a:pt x="738848" y="188485"/>
                  <a:pt x="735615" y="188485"/>
                </a:cubicBezTo>
                <a:lnTo>
                  <a:pt x="711396" y="188485"/>
                </a:lnTo>
                <a:cubicBezTo>
                  <a:pt x="708164" y="188485"/>
                  <a:pt x="706008" y="186330"/>
                  <a:pt x="706008" y="183097"/>
                </a:cubicBezTo>
                <a:lnTo>
                  <a:pt x="706008" y="59292"/>
                </a:lnTo>
                <a:cubicBezTo>
                  <a:pt x="706008" y="56059"/>
                  <a:pt x="708164" y="53911"/>
                  <a:pt x="711396" y="53911"/>
                </a:cubicBezTo>
                <a:lnTo>
                  <a:pt x="735615" y="53911"/>
                </a:lnTo>
                <a:cubicBezTo>
                  <a:pt x="738848" y="53911"/>
                  <a:pt x="741003" y="56059"/>
                  <a:pt x="741003" y="59292"/>
                </a:cubicBezTo>
                <a:moveTo>
                  <a:pt x="518954" y="158879"/>
                </a:moveTo>
                <a:cubicBezTo>
                  <a:pt x="499038" y="158879"/>
                  <a:pt x="485847" y="145956"/>
                  <a:pt x="485847" y="121195"/>
                </a:cubicBezTo>
                <a:cubicBezTo>
                  <a:pt x="485847" y="96433"/>
                  <a:pt x="499038" y="83518"/>
                  <a:pt x="517074" y="83518"/>
                </a:cubicBezTo>
                <a:cubicBezTo>
                  <a:pt x="536990" y="83518"/>
                  <a:pt x="550173" y="96433"/>
                  <a:pt x="550173" y="121195"/>
                </a:cubicBezTo>
                <a:cubicBezTo>
                  <a:pt x="550173" y="145956"/>
                  <a:pt x="536990" y="158879"/>
                  <a:pt x="518954" y="158879"/>
                </a:cubicBezTo>
                <a:moveTo>
                  <a:pt x="517074" y="51221"/>
                </a:moveTo>
                <a:cubicBezTo>
                  <a:pt x="476699" y="51221"/>
                  <a:pt x="450317" y="80553"/>
                  <a:pt x="450317" y="121195"/>
                </a:cubicBezTo>
                <a:cubicBezTo>
                  <a:pt x="450317" y="161837"/>
                  <a:pt x="476699" y="191176"/>
                  <a:pt x="518954" y="191176"/>
                </a:cubicBezTo>
                <a:cubicBezTo>
                  <a:pt x="559328" y="191176"/>
                  <a:pt x="585702" y="161837"/>
                  <a:pt x="585702" y="121195"/>
                </a:cubicBezTo>
                <a:cubicBezTo>
                  <a:pt x="585702" y="80553"/>
                  <a:pt x="559328" y="51221"/>
                  <a:pt x="517074" y="51221"/>
                </a:cubicBezTo>
                <a:moveTo>
                  <a:pt x="424486" y="101813"/>
                </a:moveTo>
                <a:lnTo>
                  <a:pt x="424486" y="183097"/>
                </a:lnTo>
                <a:cubicBezTo>
                  <a:pt x="424486" y="186330"/>
                  <a:pt x="422331" y="188485"/>
                  <a:pt x="419098" y="188485"/>
                </a:cubicBezTo>
                <a:lnTo>
                  <a:pt x="394880" y="188485"/>
                </a:lnTo>
                <a:cubicBezTo>
                  <a:pt x="391647" y="188485"/>
                  <a:pt x="389492" y="186330"/>
                  <a:pt x="389492" y="183097"/>
                </a:cubicBezTo>
                <a:lnTo>
                  <a:pt x="389492" y="106391"/>
                </a:lnTo>
                <a:cubicBezTo>
                  <a:pt x="389492" y="90243"/>
                  <a:pt x="377921" y="83518"/>
                  <a:pt x="363385" y="83518"/>
                </a:cubicBezTo>
                <a:cubicBezTo>
                  <a:pt x="355040" y="83518"/>
                  <a:pt x="350470" y="84053"/>
                  <a:pt x="343469" y="85665"/>
                </a:cubicBezTo>
                <a:cubicBezTo>
                  <a:pt x="339159" y="86743"/>
                  <a:pt x="337012" y="88631"/>
                  <a:pt x="337012" y="92666"/>
                </a:cubicBezTo>
                <a:lnTo>
                  <a:pt x="337012" y="183097"/>
                </a:lnTo>
                <a:cubicBezTo>
                  <a:pt x="337012" y="186330"/>
                  <a:pt x="334856" y="188485"/>
                  <a:pt x="331624" y="188485"/>
                </a:cubicBezTo>
                <a:lnTo>
                  <a:pt x="307405" y="188485"/>
                </a:lnTo>
                <a:cubicBezTo>
                  <a:pt x="304172" y="188485"/>
                  <a:pt x="302017" y="186330"/>
                  <a:pt x="302017" y="183097"/>
                </a:cubicBezTo>
                <a:lnTo>
                  <a:pt x="302017" y="71672"/>
                </a:lnTo>
                <a:cubicBezTo>
                  <a:pt x="302017" y="65482"/>
                  <a:pt x="304982" y="62249"/>
                  <a:pt x="308750" y="60904"/>
                </a:cubicBezTo>
                <a:cubicBezTo>
                  <a:pt x="328399" y="53911"/>
                  <a:pt x="346970" y="51221"/>
                  <a:pt x="362850" y="51221"/>
                </a:cubicBezTo>
                <a:cubicBezTo>
                  <a:pt x="404295" y="51221"/>
                  <a:pt x="424486" y="68982"/>
                  <a:pt x="424486" y="101813"/>
                </a:cubicBezTo>
                <a:moveTo>
                  <a:pt x="122497" y="167759"/>
                </a:moveTo>
                <a:cubicBezTo>
                  <a:pt x="122497" y="172337"/>
                  <a:pt x="121963" y="178528"/>
                  <a:pt x="120342" y="183097"/>
                </a:cubicBezTo>
                <a:cubicBezTo>
                  <a:pt x="118997" y="187140"/>
                  <a:pt x="117385" y="188485"/>
                  <a:pt x="113350" y="188485"/>
                </a:cubicBezTo>
                <a:lnTo>
                  <a:pt x="89123" y="188485"/>
                </a:lnTo>
                <a:cubicBezTo>
                  <a:pt x="86433" y="188485"/>
                  <a:pt x="85088" y="186865"/>
                  <a:pt x="85088" y="184718"/>
                </a:cubicBezTo>
                <a:cubicBezTo>
                  <a:pt x="85088" y="184175"/>
                  <a:pt x="85088" y="183640"/>
                  <a:pt x="85356" y="183097"/>
                </a:cubicBezTo>
                <a:cubicBezTo>
                  <a:pt x="86433" y="179597"/>
                  <a:pt x="86968" y="177175"/>
                  <a:pt x="86968" y="173140"/>
                </a:cubicBezTo>
                <a:cubicBezTo>
                  <a:pt x="86968" y="133559"/>
                  <a:pt x="303" y="155646"/>
                  <a:pt x="303" y="98589"/>
                </a:cubicBezTo>
                <a:cubicBezTo>
                  <a:pt x="303" y="69517"/>
                  <a:pt x="23452" y="50144"/>
                  <a:pt x="59517" y="50144"/>
                </a:cubicBezTo>
                <a:cubicBezTo>
                  <a:pt x="78623" y="50144"/>
                  <a:pt x="98546" y="54714"/>
                  <a:pt x="115230" y="64404"/>
                </a:cubicBezTo>
                <a:cubicBezTo>
                  <a:pt x="117393" y="65490"/>
                  <a:pt x="118462" y="67637"/>
                  <a:pt x="118462" y="69792"/>
                </a:cubicBezTo>
                <a:cubicBezTo>
                  <a:pt x="118462" y="71137"/>
                  <a:pt x="118164" y="72710"/>
                  <a:pt x="117385" y="74362"/>
                </a:cubicBezTo>
                <a:lnTo>
                  <a:pt x="109039" y="92131"/>
                </a:lnTo>
                <a:cubicBezTo>
                  <a:pt x="107962" y="94553"/>
                  <a:pt x="105539" y="95899"/>
                  <a:pt x="103116" y="95899"/>
                </a:cubicBezTo>
                <a:cubicBezTo>
                  <a:pt x="101771" y="95899"/>
                  <a:pt x="100426" y="95623"/>
                  <a:pt x="99081" y="94821"/>
                </a:cubicBezTo>
                <a:cubicBezTo>
                  <a:pt x="85356" y="87286"/>
                  <a:pt x="72165" y="82708"/>
                  <a:pt x="58439" y="82708"/>
                </a:cubicBezTo>
                <a:cubicBezTo>
                  <a:pt x="44179" y="82708"/>
                  <a:pt x="35833" y="87923"/>
                  <a:pt x="35833" y="96166"/>
                </a:cubicBezTo>
                <a:cubicBezTo>
                  <a:pt x="35833" y="121368"/>
                  <a:pt x="122497" y="106659"/>
                  <a:pt x="122497" y="167759"/>
                </a:cubicBezTo>
                <a:moveTo>
                  <a:pt x="234191" y="149189"/>
                </a:moveTo>
                <a:cubicBezTo>
                  <a:pt x="234191" y="153224"/>
                  <a:pt x="232043" y="155111"/>
                  <a:pt x="227466" y="156456"/>
                </a:cubicBezTo>
                <a:cubicBezTo>
                  <a:pt x="221543" y="158069"/>
                  <a:pt x="216430" y="158879"/>
                  <a:pt x="209162" y="158879"/>
                </a:cubicBezTo>
                <a:cubicBezTo>
                  <a:pt x="191936" y="158879"/>
                  <a:pt x="175788" y="148646"/>
                  <a:pt x="175788" y="121195"/>
                </a:cubicBezTo>
                <a:cubicBezTo>
                  <a:pt x="175788" y="93743"/>
                  <a:pt x="191936" y="83518"/>
                  <a:pt x="209162" y="83518"/>
                </a:cubicBezTo>
                <a:cubicBezTo>
                  <a:pt x="216430" y="83518"/>
                  <a:pt x="221543" y="84320"/>
                  <a:pt x="227466" y="85941"/>
                </a:cubicBezTo>
                <a:cubicBezTo>
                  <a:pt x="232043" y="87286"/>
                  <a:pt x="234191" y="89165"/>
                  <a:pt x="234191" y="93201"/>
                </a:cubicBezTo>
                <a:lnTo>
                  <a:pt x="234191" y="149189"/>
                </a:lnTo>
                <a:close/>
                <a:moveTo>
                  <a:pt x="262452" y="61179"/>
                </a:moveTo>
                <a:cubicBezTo>
                  <a:pt x="244692" y="54446"/>
                  <a:pt x="228000" y="51221"/>
                  <a:pt x="209430" y="51221"/>
                </a:cubicBezTo>
                <a:cubicBezTo>
                  <a:pt x="168795" y="51221"/>
                  <a:pt x="140258" y="78405"/>
                  <a:pt x="140258" y="121195"/>
                </a:cubicBezTo>
                <a:cubicBezTo>
                  <a:pt x="140258" y="164527"/>
                  <a:pt x="165020" y="191176"/>
                  <a:pt x="208895" y="191176"/>
                </a:cubicBezTo>
                <a:cubicBezTo>
                  <a:pt x="226655" y="191176"/>
                  <a:pt x="243881" y="188210"/>
                  <a:pt x="262452" y="180407"/>
                </a:cubicBezTo>
                <a:cubicBezTo>
                  <a:pt x="266763" y="178528"/>
                  <a:pt x="269185" y="175562"/>
                  <a:pt x="269185" y="169639"/>
                </a:cubicBezTo>
                <a:lnTo>
                  <a:pt x="269185" y="71940"/>
                </a:lnTo>
                <a:cubicBezTo>
                  <a:pt x="269185" y="65749"/>
                  <a:pt x="266763" y="62792"/>
                  <a:pt x="262452" y="61179"/>
                </a:cubicBezTo>
              </a:path>
            </a:pathLst>
          </a:custGeom>
          <a:solidFill>
            <a:schemeClr val="tx1"/>
          </a:solidFill>
          <a:ln w="7833" cap="flat">
            <a:noFill/>
            <a:prstDash val="solid"/>
            <a:round/>
          </a:ln>
        </p:spPr>
        <p:txBody>
          <a:bodyPr rtlCol="0" anchor="ctr"/>
          <a:lstStyle/>
          <a:p>
            <a:endParaRPr lang="en-US" sz="2400" noProof="0"/>
          </a:p>
        </p:txBody>
      </p:sp>
      <p:grpSp>
        <p:nvGrpSpPr>
          <p:cNvPr id="10" name="Graphique 7">
            <a:extLst>
              <a:ext uri="{FF2B5EF4-FFF2-40B4-BE49-F238E27FC236}">
                <a16:creationId xmlns:a16="http://schemas.microsoft.com/office/drawing/2014/main" id="{6A66B5A4-BE29-4194-A788-255CA3752B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2167" y="6329527"/>
            <a:ext cx="1071853" cy="275084"/>
            <a:chOff x="4768103" y="-471733"/>
            <a:chExt cx="744723" cy="191124"/>
          </a:xfrm>
          <a:solidFill>
            <a:srgbClr val="FFFFFF"/>
          </a:solidFill>
        </p:grpSpPr>
        <p:sp>
          <p:nvSpPr>
            <p:cNvPr id="13" name="Forme libre : forme 9">
              <a:extLst>
                <a:ext uri="{FF2B5EF4-FFF2-40B4-BE49-F238E27FC236}">
                  <a16:creationId xmlns:a16="http://schemas.microsoft.com/office/drawing/2014/main" id="{A7D23DBC-0CE7-4B8C-AB18-B9D29B71215B}"/>
                </a:ext>
              </a:extLst>
            </p:cNvPr>
            <p:cNvSpPr/>
            <p:nvPr userDrawn="1"/>
          </p:nvSpPr>
          <p:spPr>
            <a:xfrm>
              <a:off x="4770087" y="-471716"/>
              <a:ext cx="740699" cy="191096"/>
            </a:xfrm>
            <a:custGeom>
              <a:avLst/>
              <a:gdLst>
                <a:gd name="connsiteX0" fmla="*/ 689325 w 740699"/>
                <a:gd name="connsiteY0" fmla="*/ 7347 h 191096"/>
                <a:gd name="connsiteX1" fmla="*/ 688790 w 740699"/>
                <a:gd name="connsiteY1" fmla="*/ 10847 h 191096"/>
                <a:gd name="connsiteX2" fmla="*/ 686092 w 740699"/>
                <a:gd name="connsiteY2" fmla="*/ 24840 h 191096"/>
                <a:gd name="connsiteX3" fmla="*/ 680980 w 740699"/>
                <a:gd name="connsiteY3" fmla="*/ 29953 h 191096"/>
                <a:gd name="connsiteX4" fmla="*/ 667797 w 740699"/>
                <a:gd name="connsiteY4" fmla="*/ 28608 h 191096"/>
                <a:gd name="connsiteX5" fmla="*/ 646528 w 740699"/>
                <a:gd name="connsiteY5" fmla="*/ 50946 h 191096"/>
                <a:gd name="connsiteX6" fmla="*/ 646528 w 740699"/>
                <a:gd name="connsiteY6" fmla="*/ 53911 h 191096"/>
                <a:gd name="connsiteX7" fmla="*/ 680712 w 740699"/>
                <a:gd name="connsiteY7" fmla="*/ 53911 h 191096"/>
                <a:gd name="connsiteX8" fmla="*/ 686092 w 740699"/>
                <a:gd name="connsiteY8" fmla="*/ 59559 h 191096"/>
                <a:gd name="connsiteX9" fmla="*/ 686092 w 740699"/>
                <a:gd name="connsiteY9" fmla="*/ 78130 h 191096"/>
                <a:gd name="connsiteX10" fmla="*/ 680712 w 740699"/>
                <a:gd name="connsiteY10" fmla="*/ 83518 h 191096"/>
                <a:gd name="connsiteX11" fmla="*/ 646528 w 740699"/>
                <a:gd name="connsiteY11" fmla="*/ 83518 h 191096"/>
                <a:gd name="connsiteX12" fmla="*/ 646528 w 740699"/>
                <a:gd name="connsiteY12" fmla="*/ 183097 h 191096"/>
                <a:gd name="connsiteX13" fmla="*/ 641148 w 740699"/>
                <a:gd name="connsiteY13" fmla="*/ 188485 h 191096"/>
                <a:gd name="connsiteX14" fmla="*/ 617197 w 740699"/>
                <a:gd name="connsiteY14" fmla="*/ 188485 h 191096"/>
                <a:gd name="connsiteX15" fmla="*/ 611809 w 740699"/>
                <a:gd name="connsiteY15" fmla="*/ 183097 h 191096"/>
                <a:gd name="connsiteX16" fmla="*/ 611809 w 740699"/>
                <a:gd name="connsiteY16" fmla="*/ 56602 h 191096"/>
                <a:gd name="connsiteX17" fmla="*/ 666987 w 740699"/>
                <a:gd name="connsiteY17" fmla="*/ 79 h 191096"/>
                <a:gd name="connsiteX18" fmla="*/ 683945 w 740699"/>
                <a:gd name="connsiteY18" fmla="*/ 1966 h 191096"/>
                <a:gd name="connsiteX19" fmla="*/ 689325 w 740699"/>
                <a:gd name="connsiteY19" fmla="*/ 7347 h 191096"/>
                <a:gd name="connsiteX20" fmla="*/ 741003 w 740699"/>
                <a:gd name="connsiteY20" fmla="*/ 59292 h 191096"/>
                <a:gd name="connsiteX21" fmla="*/ 741003 w 740699"/>
                <a:gd name="connsiteY21" fmla="*/ 183097 h 191096"/>
                <a:gd name="connsiteX22" fmla="*/ 735615 w 740699"/>
                <a:gd name="connsiteY22" fmla="*/ 188485 h 191096"/>
                <a:gd name="connsiteX23" fmla="*/ 711396 w 740699"/>
                <a:gd name="connsiteY23" fmla="*/ 188485 h 191096"/>
                <a:gd name="connsiteX24" fmla="*/ 706008 w 740699"/>
                <a:gd name="connsiteY24" fmla="*/ 183097 h 191096"/>
                <a:gd name="connsiteX25" fmla="*/ 706008 w 740699"/>
                <a:gd name="connsiteY25" fmla="*/ 59292 h 191096"/>
                <a:gd name="connsiteX26" fmla="*/ 711396 w 740699"/>
                <a:gd name="connsiteY26" fmla="*/ 53911 h 191096"/>
                <a:gd name="connsiteX27" fmla="*/ 735615 w 740699"/>
                <a:gd name="connsiteY27" fmla="*/ 53911 h 191096"/>
                <a:gd name="connsiteX28" fmla="*/ 741003 w 740699"/>
                <a:gd name="connsiteY28" fmla="*/ 59292 h 191096"/>
                <a:gd name="connsiteX29" fmla="*/ 518954 w 740699"/>
                <a:gd name="connsiteY29" fmla="*/ 158879 h 191096"/>
                <a:gd name="connsiteX30" fmla="*/ 485847 w 740699"/>
                <a:gd name="connsiteY30" fmla="*/ 121195 h 191096"/>
                <a:gd name="connsiteX31" fmla="*/ 517074 w 740699"/>
                <a:gd name="connsiteY31" fmla="*/ 83518 h 191096"/>
                <a:gd name="connsiteX32" fmla="*/ 550173 w 740699"/>
                <a:gd name="connsiteY32" fmla="*/ 121195 h 191096"/>
                <a:gd name="connsiteX33" fmla="*/ 518954 w 740699"/>
                <a:gd name="connsiteY33" fmla="*/ 158879 h 191096"/>
                <a:gd name="connsiteX34" fmla="*/ 517074 w 740699"/>
                <a:gd name="connsiteY34" fmla="*/ 51221 h 191096"/>
                <a:gd name="connsiteX35" fmla="*/ 450317 w 740699"/>
                <a:gd name="connsiteY35" fmla="*/ 121195 h 191096"/>
                <a:gd name="connsiteX36" fmla="*/ 518954 w 740699"/>
                <a:gd name="connsiteY36" fmla="*/ 191176 h 191096"/>
                <a:gd name="connsiteX37" fmla="*/ 585702 w 740699"/>
                <a:gd name="connsiteY37" fmla="*/ 121195 h 191096"/>
                <a:gd name="connsiteX38" fmla="*/ 517074 w 740699"/>
                <a:gd name="connsiteY38" fmla="*/ 51221 h 191096"/>
                <a:gd name="connsiteX39" fmla="*/ 424486 w 740699"/>
                <a:gd name="connsiteY39" fmla="*/ 101813 h 191096"/>
                <a:gd name="connsiteX40" fmla="*/ 424486 w 740699"/>
                <a:gd name="connsiteY40" fmla="*/ 183097 h 191096"/>
                <a:gd name="connsiteX41" fmla="*/ 419098 w 740699"/>
                <a:gd name="connsiteY41" fmla="*/ 188485 h 191096"/>
                <a:gd name="connsiteX42" fmla="*/ 394880 w 740699"/>
                <a:gd name="connsiteY42" fmla="*/ 188485 h 191096"/>
                <a:gd name="connsiteX43" fmla="*/ 389492 w 740699"/>
                <a:gd name="connsiteY43" fmla="*/ 183097 h 191096"/>
                <a:gd name="connsiteX44" fmla="*/ 389492 w 740699"/>
                <a:gd name="connsiteY44" fmla="*/ 106391 h 191096"/>
                <a:gd name="connsiteX45" fmla="*/ 363385 w 740699"/>
                <a:gd name="connsiteY45" fmla="*/ 83518 h 191096"/>
                <a:gd name="connsiteX46" fmla="*/ 343469 w 740699"/>
                <a:gd name="connsiteY46" fmla="*/ 85665 h 191096"/>
                <a:gd name="connsiteX47" fmla="*/ 337012 w 740699"/>
                <a:gd name="connsiteY47" fmla="*/ 92666 h 191096"/>
                <a:gd name="connsiteX48" fmla="*/ 337012 w 740699"/>
                <a:gd name="connsiteY48" fmla="*/ 183097 h 191096"/>
                <a:gd name="connsiteX49" fmla="*/ 331624 w 740699"/>
                <a:gd name="connsiteY49" fmla="*/ 188485 h 191096"/>
                <a:gd name="connsiteX50" fmla="*/ 307405 w 740699"/>
                <a:gd name="connsiteY50" fmla="*/ 188485 h 191096"/>
                <a:gd name="connsiteX51" fmla="*/ 302017 w 740699"/>
                <a:gd name="connsiteY51" fmla="*/ 183097 h 191096"/>
                <a:gd name="connsiteX52" fmla="*/ 302017 w 740699"/>
                <a:gd name="connsiteY52" fmla="*/ 71672 h 191096"/>
                <a:gd name="connsiteX53" fmla="*/ 308750 w 740699"/>
                <a:gd name="connsiteY53" fmla="*/ 60904 h 191096"/>
                <a:gd name="connsiteX54" fmla="*/ 362850 w 740699"/>
                <a:gd name="connsiteY54" fmla="*/ 51221 h 191096"/>
                <a:gd name="connsiteX55" fmla="*/ 424486 w 740699"/>
                <a:gd name="connsiteY55" fmla="*/ 101813 h 191096"/>
                <a:gd name="connsiteX56" fmla="*/ 122497 w 740699"/>
                <a:gd name="connsiteY56" fmla="*/ 167759 h 191096"/>
                <a:gd name="connsiteX57" fmla="*/ 120342 w 740699"/>
                <a:gd name="connsiteY57" fmla="*/ 183097 h 191096"/>
                <a:gd name="connsiteX58" fmla="*/ 113350 w 740699"/>
                <a:gd name="connsiteY58" fmla="*/ 188485 h 191096"/>
                <a:gd name="connsiteX59" fmla="*/ 89123 w 740699"/>
                <a:gd name="connsiteY59" fmla="*/ 188485 h 191096"/>
                <a:gd name="connsiteX60" fmla="*/ 85088 w 740699"/>
                <a:gd name="connsiteY60" fmla="*/ 184718 h 191096"/>
                <a:gd name="connsiteX61" fmla="*/ 85356 w 740699"/>
                <a:gd name="connsiteY61" fmla="*/ 183097 h 191096"/>
                <a:gd name="connsiteX62" fmla="*/ 86968 w 740699"/>
                <a:gd name="connsiteY62" fmla="*/ 173140 h 191096"/>
                <a:gd name="connsiteX63" fmla="*/ 303 w 740699"/>
                <a:gd name="connsiteY63" fmla="*/ 98589 h 191096"/>
                <a:gd name="connsiteX64" fmla="*/ 59517 w 740699"/>
                <a:gd name="connsiteY64" fmla="*/ 50144 h 191096"/>
                <a:gd name="connsiteX65" fmla="*/ 115230 w 740699"/>
                <a:gd name="connsiteY65" fmla="*/ 64404 h 191096"/>
                <a:gd name="connsiteX66" fmla="*/ 118462 w 740699"/>
                <a:gd name="connsiteY66" fmla="*/ 69792 h 191096"/>
                <a:gd name="connsiteX67" fmla="*/ 117385 w 740699"/>
                <a:gd name="connsiteY67" fmla="*/ 74362 h 191096"/>
                <a:gd name="connsiteX68" fmla="*/ 109039 w 740699"/>
                <a:gd name="connsiteY68" fmla="*/ 92131 h 191096"/>
                <a:gd name="connsiteX69" fmla="*/ 103116 w 740699"/>
                <a:gd name="connsiteY69" fmla="*/ 95899 h 191096"/>
                <a:gd name="connsiteX70" fmla="*/ 99081 w 740699"/>
                <a:gd name="connsiteY70" fmla="*/ 94821 h 191096"/>
                <a:gd name="connsiteX71" fmla="*/ 58439 w 740699"/>
                <a:gd name="connsiteY71" fmla="*/ 82708 h 191096"/>
                <a:gd name="connsiteX72" fmla="*/ 35833 w 740699"/>
                <a:gd name="connsiteY72" fmla="*/ 96166 h 191096"/>
                <a:gd name="connsiteX73" fmla="*/ 122497 w 740699"/>
                <a:gd name="connsiteY73" fmla="*/ 167759 h 191096"/>
                <a:gd name="connsiteX74" fmla="*/ 234191 w 740699"/>
                <a:gd name="connsiteY74" fmla="*/ 149189 h 191096"/>
                <a:gd name="connsiteX75" fmla="*/ 227466 w 740699"/>
                <a:gd name="connsiteY75" fmla="*/ 156456 h 191096"/>
                <a:gd name="connsiteX76" fmla="*/ 209162 w 740699"/>
                <a:gd name="connsiteY76" fmla="*/ 158879 h 191096"/>
                <a:gd name="connsiteX77" fmla="*/ 175788 w 740699"/>
                <a:gd name="connsiteY77" fmla="*/ 121195 h 191096"/>
                <a:gd name="connsiteX78" fmla="*/ 209162 w 740699"/>
                <a:gd name="connsiteY78" fmla="*/ 83518 h 191096"/>
                <a:gd name="connsiteX79" fmla="*/ 227466 w 740699"/>
                <a:gd name="connsiteY79" fmla="*/ 85941 h 191096"/>
                <a:gd name="connsiteX80" fmla="*/ 234191 w 740699"/>
                <a:gd name="connsiteY80" fmla="*/ 93201 h 191096"/>
                <a:gd name="connsiteX81" fmla="*/ 234191 w 740699"/>
                <a:gd name="connsiteY81" fmla="*/ 149189 h 191096"/>
                <a:gd name="connsiteX82" fmla="*/ 262452 w 740699"/>
                <a:gd name="connsiteY82" fmla="*/ 61179 h 191096"/>
                <a:gd name="connsiteX83" fmla="*/ 209430 w 740699"/>
                <a:gd name="connsiteY83" fmla="*/ 51221 h 191096"/>
                <a:gd name="connsiteX84" fmla="*/ 140258 w 740699"/>
                <a:gd name="connsiteY84" fmla="*/ 121195 h 191096"/>
                <a:gd name="connsiteX85" fmla="*/ 208895 w 740699"/>
                <a:gd name="connsiteY85" fmla="*/ 191176 h 191096"/>
                <a:gd name="connsiteX86" fmla="*/ 262452 w 740699"/>
                <a:gd name="connsiteY86" fmla="*/ 180407 h 191096"/>
                <a:gd name="connsiteX87" fmla="*/ 269185 w 740699"/>
                <a:gd name="connsiteY87" fmla="*/ 169639 h 191096"/>
                <a:gd name="connsiteX88" fmla="*/ 269185 w 740699"/>
                <a:gd name="connsiteY88" fmla="*/ 71940 h 191096"/>
                <a:gd name="connsiteX89" fmla="*/ 262452 w 740699"/>
                <a:gd name="connsiteY89" fmla="*/ 61179 h 19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40699" h="191096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tx1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" name="Forme libre : forme 10">
              <a:extLst>
                <a:ext uri="{FF2B5EF4-FFF2-40B4-BE49-F238E27FC236}">
                  <a16:creationId xmlns:a16="http://schemas.microsoft.com/office/drawing/2014/main" id="{A40BE689-3FD6-4CA1-BF9A-644A538FE9FF}"/>
                </a:ext>
              </a:extLst>
            </p:cNvPr>
            <p:cNvSpPr/>
            <p:nvPr/>
          </p:nvSpPr>
          <p:spPr>
            <a:xfrm rot="-73896" flipV="1">
              <a:off x="5474877" y="-471733"/>
              <a:ext cx="37949" cy="37711"/>
            </a:xfrm>
            <a:custGeom>
              <a:avLst/>
              <a:gdLst>
                <a:gd name="connsiteX0" fmla="*/ 19483 w 37949"/>
                <a:gd name="connsiteY0" fmla="*/ 17 h 37711"/>
                <a:gd name="connsiteX1" fmla="*/ 38456 w 37949"/>
                <a:gd name="connsiteY1" fmla="*/ 18454 h 37711"/>
                <a:gd name="connsiteX2" fmla="*/ 19491 w 37949"/>
                <a:gd name="connsiteY2" fmla="*/ 37717 h 37711"/>
                <a:gd name="connsiteX3" fmla="*/ 519 w 37949"/>
                <a:gd name="connsiteY3" fmla="*/ 19272 h 37711"/>
                <a:gd name="connsiteX4" fmla="*/ 19483 w 37949"/>
                <a:gd name="connsiteY4" fmla="*/ 17 h 3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49" h="37711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>
                <a:solidFill>
                  <a:schemeClr val="accent2"/>
                </a:solidFill>
              </a:endParaRPr>
            </a:p>
          </p:txBody>
        </p:sp>
        <p:sp>
          <p:nvSpPr>
            <p:cNvPr id="15" name="Forme libre : forme 11">
              <a:extLst>
                <a:ext uri="{FF2B5EF4-FFF2-40B4-BE49-F238E27FC236}">
                  <a16:creationId xmlns:a16="http://schemas.microsoft.com/office/drawing/2014/main" id="{A9D1E70E-B241-44DA-B07E-44985CED13F1}"/>
                </a:ext>
              </a:extLst>
            </p:cNvPr>
            <p:cNvSpPr/>
            <p:nvPr userDrawn="1"/>
          </p:nvSpPr>
          <p:spPr>
            <a:xfrm rot="10725025" flipV="1">
              <a:off x="4768103" y="-317778"/>
              <a:ext cx="37406" cy="37169"/>
            </a:xfrm>
            <a:custGeom>
              <a:avLst/>
              <a:gdLst>
                <a:gd name="connsiteX0" fmla="*/ 18717 w 37406"/>
                <a:gd name="connsiteY0" fmla="*/ 130 h 37169"/>
                <a:gd name="connsiteX1" fmla="*/ 37414 w 37406"/>
                <a:gd name="connsiteY1" fmla="*/ 18300 h 37169"/>
                <a:gd name="connsiteX2" fmla="*/ 18717 w 37406"/>
                <a:gd name="connsiteY2" fmla="*/ 37288 h 37169"/>
                <a:gd name="connsiteX3" fmla="*/ 20 w 37406"/>
                <a:gd name="connsiteY3" fmla="*/ 19118 h 37169"/>
                <a:gd name="connsiteX4" fmla="*/ 18717 w 37406"/>
                <a:gd name="connsiteY4" fmla="*/ 130 h 3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06" h="37169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 w="78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65663414-861A-E089-55D0-E6AA5E3A1A6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93563" y="1"/>
            <a:ext cx="433388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4A569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6585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lang="fr-FR" sz="2933" b="0" i="0" kern="1200" dirty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354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02384" indent="-302384" algn="l" defTabSz="914354" rtl="0" eaLnBrk="1" latinLnBrk="0" hangingPunct="1">
        <a:lnSpc>
          <a:spcPct val="125000"/>
        </a:lnSpc>
        <a:spcBef>
          <a:spcPts val="0"/>
        </a:spcBef>
        <a:buClr>
          <a:schemeClr val="accent2"/>
        </a:buClr>
        <a:buFontTx/>
        <a:buBlip>
          <a:blip r:embed="rId56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609570" indent="-302384" algn="l" defTabSz="914354" rtl="0" eaLnBrk="1" latinLnBrk="0" hangingPunct="1">
        <a:lnSpc>
          <a:spcPct val="125000"/>
        </a:lnSpc>
        <a:spcBef>
          <a:spcPts val="0"/>
        </a:spcBef>
        <a:buFontTx/>
        <a:buBlip>
          <a:blip r:embed="rId56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911955" indent="-302384" algn="l" defTabSz="914354" rtl="0" eaLnBrk="1" latinLnBrk="0" hangingPunct="1">
        <a:lnSpc>
          <a:spcPct val="125000"/>
        </a:lnSpc>
        <a:spcBef>
          <a:spcPts val="0"/>
        </a:spcBef>
        <a:buFontTx/>
        <a:buBlip>
          <a:blip r:embed="rId56"/>
        </a:buBlip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0" indent="0" algn="l" defTabSz="914354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b="1" i="0" kern="1200">
          <a:solidFill>
            <a:schemeClr val="accent1"/>
          </a:solidFill>
          <a:latin typeface="+mj-lt"/>
          <a:ea typeface="Verdana" panose="020B0604030504040204" pitchFamily="34" charset="0"/>
          <a:cs typeface="Georgia" panose="02040502050405020303" pitchFamily="18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40" hidden="1">
            <a:extLst>
              <a:ext uri="{FF2B5EF4-FFF2-40B4-BE49-F238E27FC236}">
                <a16:creationId xmlns:a16="http://schemas.microsoft.com/office/drawing/2014/main" id="{BA25B71C-3747-45CA-8FF4-747F89DDFE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98" imgH="499" progId="TCLayout.ActiveDocument.1">
                  <p:embed/>
                </p:oleObj>
              </mc:Choice>
              <mc:Fallback>
                <p:oleObj name="Diapositive think-cell" r:id="rId3" imgW="498" imgH="499" progId="TCLayout.ActiveDocument.1">
                  <p:embed/>
                  <p:pic>
                    <p:nvPicPr>
                      <p:cNvPr id="41" name="Object 40" hidden="1">
                        <a:extLst>
                          <a:ext uri="{FF2B5EF4-FFF2-40B4-BE49-F238E27FC236}">
                            <a16:creationId xmlns:a16="http://schemas.microsoft.com/office/drawing/2014/main" id="{BA25B71C-3747-45CA-8FF4-747F89DDF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5D0FFDD1-32AB-45A4-94FD-7193CC52395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60767" y="1101349"/>
            <a:ext cx="5178349" cy="752899"/>
          </a:xfrm>
        </p:spPr>
        <p:txBody>
          <a:bodyPr anchor="ctr"/>
          <a:lstStyle/>
          <a:p>
            <a:pPr algn="l"/>
            <a:r>
              <a:rPr lang="en-US" sz="1600" b="1" dirty="0">
                <a:solidFill>
                  <a:schemeClr val="accent2"/>
                </a:solidFill>
              </a:rPr>
              <a:t>WHAT ARE THE 1-4 THINGS TO KNOW?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BC95D43-E92C-4F18-B5BE-A5F994A1F37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07604" y="1712783"/>
            <a:ext cx="5231512" cy="1329131"/>
          </a:xfrm>
        </p:spPr>
        <p:txBody>
          <a:bodyPr/>
          <a:lstStyle/>
          <a:p>
            <a:pPr marL="228594" indent="-228594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ea typeface="Verdana"/>
              </a:rPr>
              <a:t>Incident backlog remain below 100 after the taskforce</a:t>
            </a:r>
          </a:p>
          <a:p>
            <a:pPr marL="228594" indent="-228594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/>
                <a:ea typeface="Verdana"/>
              </a:rPr>
              <a:t>Segmentation of users has been revisited to better identify and target improvement areas</a:t>
            </a:r>
          </a:p>
          <a:p>
            <a:pPr marL="228594" indent="-228594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/>
                <a:ea typeface="Verdana"/>
              </a:rPr>
              <a:t>17% of incidents are related to User education and Errors</a:t>
            </a:r>
          </a:p>
          <a:p>
            <a:pPr marL="228594" indent="-228594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/>
                <a:ea typeface="Verdana"/>
              </a:rPr>
              <a:t>Ticket Quality Gap: We face incomplete ticket information, delays in user response time and a high volume of non-technical (human-error &amp; user education) driven incidents that divert focus from critical technical issues including RCAs</a:t>
            </a:r>
          </a:p>
          <a:p>
            <a:pPr marL="228594" indent="-228594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/>
                <a:ea typeface="Verdana"/>
              </a:rPr>
              <a:t>Proactive monitoring has been increased. Every week we avoid red days due to intense activities in monitoring and fixing before business hours</a:t>
            </a:r>
            <a:endParaRPr lang="en-US" sz="1400" dirty="0">
              <a:ea typeface="Verdana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83632CF-0046-48F6-AD56-FF92CE1C7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357" y="377859"/>
            <a:ext cx="8762689" cy="451405"/>
          </a:xfrm>
        </p:spPr>
        <p:txBody>
          <a:bodyPr/>
          <a:lstStyle/>
          <a:p>
            <a:r>
              <a:rPr lang="en-US" b="1" dirty="0"/>
              <a:t>Kinaxis service support</a:t>
            </a:r>
          </a:p>
        </p:txBody>
      </p:sp>
      <p:sp>
        <p:nvSpPr>
          <p:cNvPr id="3" name="Text Placeholder 55">
            <a:extLst>
              <a:ext uri="{FF2B5EF4-FFF2-40B4-BE49-F238E27FC236}">
                <a16:creationId xmlns:a16="http://schemas.microsoft.com/office/drawing/2014/main" id="{9DF83B28-8A39-9B68-34B3-C549666CCB6F}"/>
              </a:ext>
            </a:extLst>
          </p:cNvPr>
          <p:cNvSpPr txBox="1">
            <a:spLocks/>
          </p:cNvSpPr>
          <p:nvPr/>
        </p:nvSpPr>
        <p:spPr>
          <a:xfrm>
            <a:off x="47357" y="6629715"/>
            <a:ext cx="7166244" cy="1893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914377" rtl="0" eaLnBrk="1" latinLnBrk="0" hangingPunct="1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80472" indent="-241294" algn="l" defTabSz="914377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100000"/>
              <a:buFont typeface="Verdana" panose="020B0604030504040204" pitchFamily="34" charset="0"/>
              <a:buChar char="●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13123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10144" indent="-192613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95887" indent="-23706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54">
              <a:buNone/>
              <a:defRPr/>
            </a:pPr>
            <a:r>
              <a:rPr lang="en-US" sz="800" i="1" baseline="30000">
                <a:solidFill>
                  <a:prstClr val="black"/>
                </a:solidFill>
              </a:rPr>
              <a:t>(*)</a:t>
            </a:r>
            <a:r>
              <a:rPr lang="en-US" sz="800" i="1">
                <a:solidFill>
                  <a:prstClr val="black"/>
                </a:solidFill>
              </a:rPr>
              <a:t> Get informed on […]; Debate &amp; decide on […]; Validate […]; Align on […]; Agree on immediate next steps (a) […], (b) […], (c) […], …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298AFB47-4787-C217-C663-BEEE008CCA56}"/>
              </a:ext>
            </a:extLst>
          </p:cNvPr>
          <p:cNvSpPr txBox="1">
            <a:spLocks/>
          </p:cNvSpPr>
          <p:nvPr/>
        </p:nvSpPr>
        <p:spPr>
          <a:xfrm>
            <a:off x="5752734" y="1287613"/>
            <a:ext cx="5603845" cy="4458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67" b="0" i="0" kern="120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302392" algn="l" defTabSz="914377" rtl="0" eaLnBrk="1" latinLnBrk="0" hangingPunct="1">
              <a:lnSpc>
                <a:spcPct val="110000"/>
              </a:lnSpc>
              <a:spcBef>
                <a:spcPts val="0"/>
              </a:spcBef>
              <a:buFontTx/>
              <a:buBlip>
                <a:blip r:embed="rId5"/>
              </a:buBlip>
              <a:defRPr lang="en-US" sz="1333" b="0" i="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 marL="911977" indent="-302392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Tx/>
              <a:buBlip>
                <a:blip r:embed="rId5"/>
              </a:buBlip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r>
              <a:rPr lang="en-US" sz="1600" b="1" dirty="0">
                <a:solidFill>
                  <a:srgbClr val="7A00E6"/>
                </a:solidFill>
              </a:rPr>
              <a:t>NEXT STEPS</a:t>
            </a:r>
            <a:endParaRPr lang="en-US" sz="1100" b="1" i="1" cap="small" baseline="30000" dirty="0">
              <a:solidFill>
                <a:srgbClr val="7A00E6"/>
              </a:solidFill>
            </a:endParaRPr>
          </a:p>
        </p:txBody>
      </p:sp>
      <p:sp>
        <p:nvSpPr>
          <p:cNvPr id="7" name="Text Placeholder 55">
            <a:extLst>
              <a:ext uri="{FF2B5EF4-FFF2-40B4-BE49-F238E27FC236}">
                <a16:creationId xmlns:a16="http://schemas.microsoft.com/office/drawing/2014/main" id="{3E64CF39-B12A-14D1-E6D6-FB8D6D71D3FB}"/>
              </a:ext>
            </a:extLst>
          </p:cNvPr>
          <p:cNvSpPr txBox="1">
            <a:spLocks/>
          </p:cNvSpPr>
          <p:nvPr/>
        </p:nvSpPr>
        <p:spPr>
          <a:xfrm>
            <a:off x="5871973" y="1677446"/>
            <a:ext cx="5876144" cy="203804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04792" indent="-304792" algn="l" defTabSz="914377" rtl="0" eaLnBrk="1" latinLnBrk="0" hangingPunct="1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80472" indent="-241294" algn="l" defTabSz="914377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100000"/>
              <a:buFont typeface="Verdana" panose="020B0604030504040204" pitchFamily="34" charset="0"/>
              <a:buChar char="●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13123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10144" indent="-192613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95887" indent="-23706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5272" indent="-228594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r>
              <a:rPr lang="en-US" sz="1400" dirty="0">
                <a:solidFill>
                  <a:prstClr val="black"/>
                </a:solidFill>
                <a:latin typeface="Verdana"/>
                <a:ea typeface="Verdana"/>
              </a:rPr>
              <a:t>Portal Enhancement Go Live – May/26</a:t>
            </a:r>
          </a:p>
          <a:p>
            <a:pPr marL="335272" indent="-228594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r>
              <a:rPr lang="en-US" sz="1400" b="1" dirty="0">
                <a:solidFill>
                  <a:prstClr val="black"/>
                </a:solidFill>
                <a:latin typeface="Verdana"/>
              </a:rPr>
              <a:t>Knowledge Base &amp; AI Enablement (Structured KBAs → SNOW AI + Concierge) </a:t>
            </a:r>
            <a:r>
              <a:rPr lang="en-US" sz="1400" dirty="0">
                <a:solidFill>
                  <a:prstClr val="black"/>
                </a:solidFill>
                <a:latin typeface="Verdana"/>
              </a:rPr>
              <a:t>Portal improvements will standardize short descriptions allowing SNOW Predictive Intelligence to proactively identify root causes, identify solutions including specify knowledge-based article to AIMS. Self Help article are being published on Concierge that could be leverage to reduce tickets for human error and user education. </a:t>
            </a:r>
          </a:p>
          <a:p>
            <a:pPr marL="335272" indent="-228594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endParaRPr lang="en-US" sz="1400" dirty="0">
              <a:solidFill>
                <a:prstClr val="black"/>
              </a:solidFill>
              <a:latin typeface="Verdana"/>
              <a:ea typeface="Verdana"/>
            </a:endParaRPr>
          </a:p>
          <a:p>
            <a:pPr marL="335272" indent="-228594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endParaRPr lang="en-US" sz="1400" dirty="0">
              <a:solidFill>
                <a:srgbClr val="23004C"/>
              </a:solidFill>
              <a:latin typeface="Verdana"/>
              <a:ea typeface="Verdana"/>
            </a:endParaRPr>
          </a:p>
          <a:p>
            <a:pPr marL="335272" indent="-228594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endParaRPr lang="en-US" sz="1400" dirty="0">
              <a:solidFill>
                <a:srgbClr val="23004C"/>
              </a:solidFill>
              <a:latin typeface="Verdana"/>
              <a:ea typeface="Verdana"/>
            </a:endParaRPr>
          </a:p>
          <a:p>
            <a:pPr marL="0" indent="0" defTabSz="914354">
              <a:buNone/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668ECFF7-76CE-0BAD-21C3-5386A095AD0D}"/>
              </a:ext>
            </a:extLst>
          </p:cNvPr>
          <p:cNvSpPr txBox="1">
            <a:spLocks/>
          </p:cNvSpPr>
          <p:nvPr/>
        </p:nvSpPr>
        <p:spPr>
          <a:xfrm>
            <a:off x="6439268" y="1045182"/>
            <a:ext cx="5541520" cy="70127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67" b="0" i="0" kern="120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302392" algn="l" defTabSz="914377" rtl="0" eaLnBrk="1" latinLnBrk="0" hangingPunct="1">
              <a:lnSpc>
                <a:spcPct val="110000"/>
              </a:lnSpc>
              <a:spcBef>
                <a:spcPts val="0"/>
              </a:spcBef>
              <a:buFontTx/>
              <a:buBlip>
                <a:blip r:embed="rId5"/>
              </a:buBlip>
              <a:defRPr lang="en-US" sz="1333" b="0" i="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 marL="911977" indent="-302392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Tx/>
              <a:buBlip>
                <a:blip r:embed="rId5"/>
              </a:buBlip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sz="1051" i="1" cap="small">
              <a:solidFill>
                <a:srgbClr val="7A00E6"/>
              </a:solidFill>
            </a:endParaRPr>
          </a:p>
        </p:txBody>
      </p:sp>
      <p:sp>
        <p:nvSpPr>
          <p:cNvPr id="10" name="Text Placeholder 49">
            <a:extLst>
              <a:ext uri="{FF2B5EF4-FFF2-40B4-BE49-F238E27FC236}">
                <a16:creationId xmlns:a16="http://schemas.microsoft.com/office/drawing/2014/main" id="{6C18EE11-690F-5467-7A3E-939166DAECFE}"/>
              </a:ext>
            </a:extLst>
          </p:cNvPr>
          <p:cNvSpPr txBox="1">
            <a:spLocks/>
          </p:cNvSpPr>
          <p:nvPr/>
        </p:nvSpPr>
        <p:spPr>
          <a:xfrm>
            <a:off x="260767" y="4910779"/>
            <a:ext cx="5737635" cy="8707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914377" rtl="0" eaLnBrk="1" latinLnBrk="0" hangingPunct="1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80472" indent="-241294" algn="l" defTabSz="914377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100000"/>
              <a:buFont typeface="Verdana" panose="020B0604030504040204" pitchFamily="34" charset="0"/>
              <a:buChar char="●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13123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10144" indent="-192613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195887" indent="-23706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-"/>
              <a:defRPr sz="1600" b="0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219139">
              <a:spcBef>
                <a:spcPts val="2133"/>
              </a:spcBef>
              <a:buNone/>
              <a:defRPr/>
            </a:pPr>
            <a:r>
              <a:rPr lang="en-US" sz="1400" b="1" dirty="0">
                <a:solidFill>
                  <a:srgbClr val="7A00E6"/>
                </a:solidFill>
              </a:rPr>
              <a:t>KEY ACHIEVEMENTS</a:t>
            </a:r>
          </a:p>
          <a:p>
            <a:pPr marL="0" indent="0" defTabSz="1219139">
              <a:spcBef>
                <a:spcPts val="2133"/>
              </a:spcBef>
              <a:buNone/>
              <a:defRPr/>
            </a:pP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8B7F35B4-4BF8-0353-57F5-2764492B905D}"/>
              </a:ext>
            </a:extLst>
          </p:cNvPr>
          <p:cNvSpPr txBox="1">
            <a:spLocks/>
          </p:cNvSpPr>
          <p:nvPr/>
        </p:nvSpPr>
        <p:spPr>
          <a:xfrm>
            <a:off x="5561628" y="3530523"/>
            <a:ext cx="5603845" cy="4458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67" b="0" i="0" kern="1200" cap="all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09585" indent="-302392" algn="l" defTabSz="914377" rtl="0" eaLnBrk="1" latinLnBrk="0" hangingPunct="1">
              <a:lnSpc>
                <a:spcPct val="110000"/>
              </a:lnSpc>
              <a:spcBef>
                <a:spcPts val="0"/>
              </a:spcBef>
              <a:buFontTx/>
              <a:buBlip>
                <a:blip r:embed="rId5"/>
              </a:buBlip>
              <a:defRPr lang="en-US" sz="1333" b="0" i="0" kern="1200" dirty="0" smtClean="0">
                <a:solidFill>
                  <a:schemeClr val="tx1"/>
                </a:solidFill>
                <a:latin typeface="Sanofi Sans 3 Regular"/>
                <a:ea typeface="+mn-ea"/>
                <a:cs typeface="+mn-cs"/>
              </a:defRPr>
            </a:lvl3pPr>
            <a:lvl4pPr marL="911977" indent="-302392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Tx/>
              <a:buBlip>
                <a:blip r:embed="rId5"/>
              </a:buBlip>
              <a:defRPr sz="1333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0" indent="0" algn="l" defTabSz="914377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333" b="1" i="0" kern="120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Georgia" panose="02040502050405020303" pitchFamily="18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r>
              <a:rPr lang="en-US" sz="1600" b="1" dirty="0">
                <a:solidFill>
                  <a:srgbClr val="7A00E6"/>
                </a:solidFill>
              </a:rPr>
              <a:t>SPECIFIC ASK: </a:t>
            </a:r>
            <a:r>
              <a:rPr lang="en-US" sz="1100" b="1" i="1" cap="small" dirty="0">
                <a:solidFill>
                  <a:srgbClr val="7A00E6"/>
                </a:solidFill>
              </a:rPr>
              <a:t>What is/are the decision(s) we need? </a:t>
            </a:r>
            <a:r>
              <a:rPr lang="en-US" sz="1100" b="1" i="1" cap="small" baseline="30000" dirty="0">
                <a:solidFill>
                  <a:srgbClr val="7A00E6"/>
                </a:solidFill>
              </a:rPr>
              <a:t>(*)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479CA-39FD-7525-F117-714D4DBD1DB2}"/>
              </a:ext>
            </a:extLst>
          </p:cNvPr>
          <p:cNvSpPr txBox="1"/>
          <p:nvPr/>
        </p:nvSpPr>
        <p:spPr>
          <a:xfrm>
            <a:off x="81584" y="5252720"/>
            <a:ext cx="609600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Intransit</a:t>
            </a:r>
            <a:r>
              <a:rPr lang="en-US" sz="1400" dirty="0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 reconciliation report live since January</a:t>
            </a:r>
          </a:p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Enhanced categorization has been implemented to improve trend analysis, RCA and define preventive actions</a:t>
            </a:r>
          </a:p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/>
            </a:endParaRPr>
          </a:p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/>
            </a:endParaRPr>
          </a:p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89861-7C16-5F34-3640-328EA63C2A7B}"/>
              </a:ext>
            </a:extLst>
          </p:cNvPr>
          <p:cNvSpPr txBox="1"/>
          <p:nvPr/>
        </p:nvSpPr>
        <p:spPr>
          <a:xfrm>
            <a:off x="5752734" y="3957259"/>
            <a:ext cx="6218743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036" lvl="1" indent="-158036" defTabSz="1219108">
              <a:lnSpc>
                <a:spcPct val="125000"/>
              </a:lnSpc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Reduce avoidable ticket demand driven by human error and user education gaps by helping identify and prioritize targeted training topics.</a:t>
            </a:r>
          </a:p>
          <a:p>
            <a:pPr marL="158036" lvl="1" indent="-158036" defTabSz="1219108">
              <a:lnSpc>
                <a:spcPct val="125000"/>
              </a:lnSpc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Support improvement in user response times related with the 3-strike rule to help reduce backlog and aging tickets.</a:t>
            </a:r>
          </a:p>
          <a:p>
            <a:pPr marL="158036" lvl="1" indent="-158036" defTabSz="1219108">
              <a:lnSpc>
                <a:spcPct val="125000"/>
              </a:lnSpc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Verdana" panose="020B0604030504040204" pitchFamily="34" charset="0"/>
                <a:ea typeface="Verdana"/>
              </a:rPr>
              <a:t>Reinforce the “one issue per ticket” principle to enable accurate trend analysis and more effective root cause identification.</a:t>
            </a:r>
          </a:p>
          <a:p>
            <a:pPr marL="158036" lvl="1" indent="-158036" defTabSz="1219108">
              <a:lnSpc>
                <a:spcPct val="125000"/>
              </a:lnSpc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/>
            </a:endParaRPr>
          </a:p>
          <a:p>
            <a:pPr marL="158036" lvl="1" indent="-158036" defTabSz="1219108">
              <a:spcBef>
                <a:spcPts val="177"/>
              </a:spcBef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4912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Sanofi">
  <a:themeElements>
    <a:clrScheme name="00. Sanofi">
      <a:dk1>
        <a:sysClr val="windowText" lastClr="000000"/>
      </a:dk1>
      <a:lt1>
        <a:sysClr val="window" lastClr="FFFFFF"/>
      </a:lt1>
      <a:dk2>
        <a:srgbClr val="F4F2F6"/>
      </a:dk2>
      <a:lt2>
        <a:srgbClr val="F5F5F5"/>
      </a:lt2>
      <a:accent1>
        <a:srgbClr val="23004C"/>
      </a:accent1>
      <a:accent2>
        <a:srgbClr val="7A00E6"/>
      </a:accent2>
      <a:accent3>
        <a:srgbClr val="ED6C4E"/>
      </a:accent3>
      <a:accent4>
        <a:srgbClr val="62D488"/>
      </a:accent4>
      <a:accent5>
        <a:srgbClr val="F6C243"/>
      </a:accent5>
      <a:accent6>
        <a:srgbClr val="CA99F5"/>
      </a:accent6>
      <a:hlink>
        <a:srgbClr val="62D488"/>
      </a:hlink>
      <a:folHlink>
        <a:srgbClr val="23004C"/>
      </a:folHlink>
    </a:clrScheme>
    <a:fontScheme name="00. Sanofi Syste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ofi PowerPoint Template - v1.1.potx" id="{B43C4A54-EC41-413D-9B8E-287E80C34180}" vid="{A6E157F8-B2F0-4234-AF54-77223C28C024}"/>
    </a:ext>
  </a:extLst>
</a:theme>
</file>

<file path=docMetadata/LabelInfo.xml><?xml version="1.0" encoding="utf-8"?>
<clbl:labelList xmlns:clbl="http://schemas.microsoft.com/office/2020/mipLabelMetadata">
  <clbl:label id="{d9088468-0951-4aef-9cc3-0a346e475ddc}" enabled="1" method="Privileged" siteId="{aca3c8d6-aa71-4e1a-a10e-03572fc58c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Georgia</vt:lpstr>
      <vt:lpstr>Sanofi Sans 3 Regular</vt:lpstr>
      <vt:lpstr>Verdana</vt:lpstr>
      <vt:lpstr>Wingdings</vt:lpstr>
      <vt:lpstr>7_Sanofi</vt:lpstr>
      <vt:lpstr>Diapositive think-cell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Coronel, Solange /ES</dc:creator>
  <cp:lastModifiedBy>Bertrand Richer</cp:lastModifiedBy>
  <cp:revision>1</cp:revision>
  <dcterms:created xsi:type="dcterms:W3CDTF">2026-05-21T08:57:19Z</dcterms:created>
  <dcterms:modified xsi:type="dcterms:W3CDTF">2026-05-21T08:58:59Z</dcterms:modified>
</cp:coreProperties>
</file>